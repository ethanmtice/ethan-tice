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0_6E1729A9.xml" ContentType="application/vnd.ms-powerpoint.comments+xml"/>
  <Override PartName="/ppt/comments/modernComment_103_E2D3F8A.xml" ContentType="application/vnd.ms-powerpoint.comments+xml"/>
  <Override PartName="/ppt/comments/modernComment_102_6F258914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16_4F945131.xml" ContentType="application/vnd.ms-powerpoint.comments+xml"/>
  <Override PartName="/ppt/comments/modernComment_10D_72F71161.xml" ContentType="application/vnd.ms-powerpoint.comments+xml"/>
  <Override PartName="/ppt/comments/modernComment_101_5445EB4E.xml" ContentType="application/vnd.ms-powerpoint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omments/modernComment_10E_4BCB21F.xml" ContentType="application/vnd.ms-powerpoint.comments+xml"/>
  <Override PartName="/ppt/comments/modernComment_104_3CCFDC27.xml" ContentType="application/vnd.ms-powerpoint.comment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omments/modernComment_110_A7F22441.xml" ContentType="application/vnd.ms-powerpoint.comments+xml"/>
  <Override PartName="/ppt/comments/modernComment_112_E4B90EB1.xml" ContentType="application/vnd.ms-powerpoint.comment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comments/modernComment_10F_83AB800.xml" ContentType="application/vnd.ms-powerpoint.comments+xml"/>
  <Override PartName="/ppt/comments/modernComment_113_72C8A8A4.xml" ContentType="application/vnd.ms-powerpoint.comment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omments/modernComment_111_FF94EB73.xml" ContentType="application/vnd.ms-powerpoint.comments+xml"/>
  <Override PartName="/ppt/notesSlides/notesSlide2.xml" ContentType="application/vnd.openxmlformats-officedocument.presentationml.notesSlide+xml"/>
  <Override PartName="/ppt/comments/modernComment_10A_CB1B3B4B.xml" ContentType="application/vnd.ms-powerpoint.comments+xml"/>
  <Override PartName="/ppt/comments/modernComment_114_46BC5089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comments/modernComment_11D_CB89A777.xml" ContentType="application/vnd.ms-powerpoint.comments+xml"/>
  <Override PartName="/ppt/comments/modernComment_119_44D47CA2.xml" ContentType="application/vnd.ms-powerpoint.comments+xml"/>
  <Override PartName="/ppt/comments/modernComment_117_8C00F3DB.xml" ContentType="application/vnd.ms-powerpoint.comments+xml"/>
  <Override PartName="/ppt/comments/modernComment_118_81C0B088.xml" ContentType="application/vnd.ms-powerpoint.comments+xml"/>
  <Override PartName="/ppt/comments/modernComment_115_D09A492E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58" r:id="rId4"/>
    <p:sldId id="278" r:id="rId5"/>
    <p:sldId id="269" r:id="rId6"/>
    <p:sldId id="257" r:id="rId7"/>
    <p:sldId id="270" r:id="rId8"/>
    <p:sldId id="260" r:id="rId9"/>
    <p:sldId id="272" r:id="rId10"/>
    <p:sldId id="274" r:id="rId11"/>
    <p:sldId id="271" r:id="rId12"/>
    <p:sldId id="275" r:id="rId13"/>
    <p:sldId id="273" r:id="rId14"/>
    <p:sldId id="266" r:id="rId15"/>
    <p:sldId id="276" r:id="rId16"/>
    <p:sldId id="285" r:id="rId17"/>
    <p:sldId id="281" r:id="rId18"/>
    <p:sldId id="279" r:id="rId19"/>
    <p:sldId id="280" r:id="rId20"/>
    <p:sldId id="277" r:id="rId21"/>
    <p:sldId id="282" r:id="rId22"/>
    <p:sldId id="28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75527-3D0C-D324-6DD0-21493209F762}" v="14" dt="2025-12-07T21:56:58.978"/>
    <p1510:client id="{45F1E1AF-6317-6D27-E6C0-01F57F2F3B5A}" v="161" dt="2025-12-08T01:08:17.664"/>
    <p1510:client id="{9A231CCF-2BAE-D5CD-8C7E-7EA68E899025}" v="10" dt="2025-12-07T22:50:44.681"/>
    <p1510:client id="{9B3C7720-49BB-468A-B42B-82B4BDE687D0}" v="1598" dt="2025-12-07T02:26:00.591"/>
    <p1510:client id="{C3E65B67-4B21-2145-CA4F-A3D6688BD82E}" v="327" dt="2025-12-07T22:52:43.892"/>
    <p1510:client id="{CFA1114C-7466-7A43-64AC-E52FE4E54B05}" v="45" dt="2025-12-08T00:19:09.456"/>
    <p1510:client id="{E7A648FF-6736-AD5B-8D28-AA8ABF5173D0}" v="186" dt="2025-12-07T22:56:14.133"/>
    <p1510:client id="{F78BB90C-C2A0-CD2A-0A8F-4BADAD1B316A}" v="303" dt="2025-12-07T20:38:11.1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lin Tice" userId="786ba182d8eb1f47" providerId="Windows Live" clId="Web-{C3E65B67-4B21-2145-CA4F-A3D6688BD82E}"/>
    <pc:docChg chg="addSld modSld">
      <pc:chgData name="Collin Tice" userId="786ba182d8eb1f47" providerId="Windows Live" clId="Web-{C3E65B67-4B21-2145-CA4F-A3D6688BD82E}" dt="2025-12-07T22:52:43.892" v="331" actId="20577"/>
      <pc:docMkLst>
        <pc:docMk/>
      </pc:docMkLst>
      <pc:sldChg chg="modSp">
        <pc:chgData name="Collin Tice" userId="786ba182d8eb1f47" providerId="Windows Live" clId="Web-{C3E65B67-4B21-2145-CA4F-A3D6688BD82E}" dt="2025-12-06T16:51:19.625" v="29" actId="20577"/>
        <pc:sldMkLst>
          <pc:docMk/>
          <pc:sldMk cId="1413868366" sldId="257"/>
        </pc:sldMkLst>
        <pc:graphicFrameChg chg="modGraphic">
          <ac:chgData name="Collin Tice" userId="786ba182d8eb1f47" providerId="Windows Live" clId="Web-{C3E65B67-4B21-2145-CA4F-A3D6688BD82E}" dt="2025-12-06T16:51:19.625" v="29" actId="20577"/>
          <ac:graphicFrameMkLst>
            <pc:docMk/>
            <pc:sldMk cId="1413868366" sldId="257"/>
            <ac:graphicFrameMk id="30" creationId="{61A3D59D-3FF8-C309-66B0-5B7D41146E8C}"/>
          </ac:graphicFrameMkLst>
        </pc:graphicFrameChg>
      </pc:sldChg>
      <pc:sldChg chg="modSp">
        <pc:chgData name="Collin Tice" userId="786ba182d8eb1f47" providerId="Windows Live" clId="Web-{C3E65B67-4B21-2145-CA4F-A3D6688BD82E}" dt="2025-12-07T01:28:46.628" v="269" actId="20577"/>
        <pc:sldMkLst>
          <pc:docMk/>
          <pc:sldMk cId="4267833567" sldId="262"/>
        </pc:sldMkLst>
        <pc:spChg chg="mod">
          <ac:chgData name="Collin Tice" userId="786ba182d8eb1f47" providerId="Windows Live" clId="Web-{C3E65B67-4B21-2145-CA4F-A3D6688BD82E}" dt="2025-12-07T01:28:46.628" v="269" actId="20577"/>
          <ac:spMkLst>
            <pc:docMk/>
            <pc:sldMk cId="4267833567" sldId="262"/>
            <ac:spMk id="7" creationId="{155ADF51-9B9E-770C-9AB3-EFC1C12528EF}"/>
          </ac:spMkLst>
        </pc:spChg>
      </pc:sldChg>
      <pc:sldChg chg="modSp">
        <pc:chgData name="Collin Tice" userId="786ba182d8eb1f47" providerId="Windows Live" clId="Web-{C3E65B67-4B21-2145-CA4F-A3D6688BD82E}" dt="2025-12-07T22:52:43.892" v="331" actId="20577"/>
        <pc:sldMkLst>
          <pc:docMk/>
          <pc:sldMk cId="1928794465" sldId="269"/>
        </pc:sldMkLst>
        <pc:spChg chg="mod">
          <ac:chgData name="Collin Tice" userId="786ba182d8eb1f47" providerId="Windows Live" clId="Web-{C3E65B67-4B21-2145-CA4F-A3D6688BD82E}" dt="2025-12-07T22:52:43.892" v="331" actId="20577"/>
          <ac:spMkLst>
            <pc:docMk/>
            <pc:sldMk cId="1928794465" sldId="269"/>
            <ac:spMk id="3" creationId="{02A4D91B-6CED-E7BB-2D50-3D91AF3B3D30}"/>
          </ac:spMkLst>
        </pc:spChg>
      </pc:sldChg>
      <pc:sldChg chg="addSp delSp modSp">
        <pc:chgData name="Collin Tice" userId="786ba182d8eb1f47" providerId="Windows Live" clId="Web-{C3E65B67-4B21-2145-CA4F-A3D6688BD82E}" dt="2025-12-06T17:17:30.315" v="58"/>
        <pc:sldMkLst>
          <pc:docMk/>
          <pc:sldMk cId="1186746505" sldId="276"/>
        </pc:sldMkLst>
        <pc:picChg chg="mod">
          <ac:chgData name="Collin Tice" userId="786ba182d8eb1f47" providerId="Windows Live" clId="Web-{C3E65B67-4B21-2145-CA4F-A3D6688BD82E}" dt="2025-12-06T16:56:50.055" v="33" actId="1076"/>
          <ac:picMkLst>
            <pc:docMk/>
            <pc:sldMk cId="1186746505" sldId="276"/>
            <ac:picMk id="5" creationId="{AF02AD3B-7734-ABBE-9886-3E4CC9799976}"/>
          </ac:picMkLst>
        </pc:picChg>
        <pc:inkChg chg="add">
          <ac:chgData name="Collin Tice" userId="786ba182d8eb1f47" providerId="Windows Live" clId="Web-{C3E65B67-4B21-2145-CA4F-A3D6688BD82E}" dt="2025-12-06T16:57:14.337" v="34"/>
          <ac:inkMkLst>
            <pc:docMk/>
            <pc:sldMk cId="1186746505" sldId="276"/>
            <ac:inkMk id="4" creationId="{C251A260-4908-905E-0578-9B70FC9AB0BA}"/>
          </ac:inkMkLst>
        </pc:inkChg>
        <pc:inkChg chg="add">
          <ac:chgData name="Collin Tice" userId="786ba182d8eb1f47" providerId="Windows Live" clId="Web-{C3E65B67-4B21-2145-CA4F-A3D6688BD82E}" dt="2025-12-06T17:16:06.891" v="39"/>
          <ac:inkMkLst>
            <pc:docMk/>
            <pc:sldMk cId="1186746505" sldId="276"/>
            <ac:inkMk id="7" creationId="{5C08FCED-0925-9AF8-D714-862B1B4AA3EC}"/>
          </ac:inkMkLst>
        </pc:inkChg>
        <pc:inkChg chg="add">
          <ac:chgData name="Collin Tice" userId="786ba182d8eb1f47" providerId="Windows Live" clId="Web-{C3E65B67-4B21-2145-CA4F-A3D6688BD82E}" dt="2025-12-06T17:16:09.313" v="40"/>
          <ac:inkMkLst>
            <pc:docMk/>
            <pc:sldMk cId="1186746505" sldId="276"/>
            <ac:inkMk id="8" creationId="{F216D6EC-4C92-956E-56D1-E5B12F46EC05}"/>
          </ac:inkMkLst>
        </pc:inkChg>
        <pc:inkChg chg="add">
          <ac:chgData name="Collin Tice" userId="786ba182d8eb1f47" providerId="Windows Live" clId="Web-{C3E65B67-4B21-2145-CA4F-A3D6688BD82E}" dt="2025-12-06T17:16:12.688" v="41"/>
          <ac:inkMkLst>
            <pc:docMk/>
            <pc:sldMk cId="1186746505" sldId="276"/>
            <ac:inkMk id="9" creationId="{B002B13B-DB43-21E1-12E7-DBFA74426D4F}"/>
          </ac:inkMkLst>
        </pc:inkChg>
        <pc:inkChg chg="add">
          <ac:chgData name="Collin Tice" userId="786ba182d8eb1f47" providerId="Windows Live" clId="Web-{C3E65B67-4B21-2145-CA4F-A3D6688BD82E}" dt="2025-12-06T17:16:15.047" v="42"/>
          <ac:inkMkLst>
            <pc:docMk/>
            <pc:sldMk cId="1186746505" sldId="276"/>
            <ac:inkMk id="10" creationId="{F3EA28C5-4D96-ACE4-CD97-2B664DABA06E}"/>
          </ac:inkMkLst>
        </pc:inkChg>
        <pc:inkChg chg="add">
          <ac:chgData name="Collin Tice" userId="786ba182d8eb1f47" providerId="Windows Live" clId="Web-{C3E65B67-4B21-2145-CA4F-A3D6688BD82E}" dt="2025-12-06T17:16:19.938" v="43"/>
          <ac:inkMkLst>
            <pc:docMk/>
            <pc:sldMk cId="1186746505" sldId="276"/>
            <ac:inkMk id="11" creationId="{1C1D1342-FF97-5FB1-5AFD-0EEBB2520B55}"/>
          </ac:inkMkLst>
        </pc:inkChg>
        <pc:inkChg chg="add">
          <ac:chgData name="Collin Tice" userId="786ba182d8eb1f47" providerId="Windows Live" clId="Web-{C3E65B67-4B21-2145-CA4F-A3D6688BD82E}" dt="2025-12-06T17:16:21.844" v="44"/>
          <ac:inkMkLst>
            <pc:docMk/>
            <pc:sldMk cId="1186746505" sldId="276"/>
            <ac:inkMk id="12" creationId="{450B8D43-6FFE-90A3-2018-35064BB6C9FF}"/>
          </ac:inkMkLst>
        </pc:inkChg>
        <pc:inkChg chg="add">
          <ac:chgData name="Collin Tice" userId="786ba182d8eb1f47" providerId="Windows Live" clId="Web-{C3E65B67-4B21-2145-CA4F-A3D6688BD82E}" dt="2025-12-06T17:16:24.719" v="45"/>
          <ac:inkMkLst>
            <pc:docMk/>
            <pc:sldMk cId="1186746505" sldId="276"/>
            <ac:inkMk id="13" creationId="{2F8C6ED0-357A-0CAF-3B31-E11CC0215985}"/>
          </ac:inkMkLst>
        </pc:inkChg>
        <pc:inkChg chg="add">
          <ac:chgData name="Collin Tice" userId="786ba182d8eb1f47" providerId="Windows Live" clId="Web-{C3E65B67-4B21-2145-CA4F-A3D6688BD82E}" dt="2025-12-06T17:16:28.032" v="46"/>
          <ac:inkMkLst>
            <pc:docMk/>
            <pc:sldMk cId="1186746505" sldId="276"/>
            <ac:inkMk id="14" creationId="{5869B55E-EA7C-F0A5-438A-76EDCB6B1503}"/>
          </ac:inkMkLst>
        </pc:inkChg>
        <pc:inkChg chg="add">
          <ac:chgData name="Collin Tice" userId="786ba182d8eb1f47" providerId="Windows Live" clId="Web-{C3E65B67-4B21-2145-CA4F-A3D6688BD82E}" dt="2025-12-06T17:16:46.188" v="47"/>
          <ac:inkMkLst>
            <pc:docMk/>
            <pc:sldMk cId="1186746505" sldId="276"/>
            <ac:inkMk id="15" creationId="{8F9BEE9A-3C48-F1F6-DC88-B1F06507E5A0}"/>
          </ac:inkMkLst>
        </pc:inkChg>
        <pc:inkChg chg="add">
          <ac:chgData name="Collin Tice" userId="786ba182d8eb1f47" providerId="Windows Live" clId="Web-{C3E65B67-4B21-2145-CA4F-A3D6688BD82E}" dt="2025-12-06T17:16:48.721" v="48"/>
          <ac:inkMkLst>
            <pc:docMk/>
            <pc:sldMk cId="1186746505" sldId="276"/>
            <ac:inkMk id="16" creationId="{89E5803C-6FBD-1D97-AE41-FA4A63F4ADB2}"/>
          </ac:inkMkLst>
        </pc:inkChg>
        <pc:inkChg chg="add">
          <ac:chgData name="Collin Tice" userId="786ba182d8eb1f47" providerId="Windows Live" clId="Web-{C3E65B67-4B21-2145-CA4F-A3D6688BD82E}" dt="2025-12-06T17:16:51.705" v="49"/>
          <ac:inkMkLst>
            <pc:docMk/>
            <pc:sldMk cId="1186746505" sldId="276"/>
            <ac:inkMk id="17" creationId="{E1954542-1261-15A4-CCEA-129E6D63EF7C}"/>
          </ac:inkMkLst>
        </pc:inkChg>
        <pc:inkChg chg="add">
          <ac:chgData name="Collin Tice" userId="786ba182d8eb1f47" providerId="Windows Live" clId="Web-{C3E65B67-4B21-2145-CA4F-A3D6688BD82E}" dt="2025-12-06T17:16:55.783" v="50"/>
          <ac:inkMkLst>
            <pc:docMk/>
            <pc:sldMk cId="1186746505" sldId="276"/>
            <ac:inkMk id="18" creationId="{70B6467B-4755-DAF9-0CA9-62A4852E453C}"/>
          </ac:inkMkLst>
        </pc:inkChg>
        <pc:inkChg chg="add">
          <ac:chgData name="Collin Tice" userId="786ba182d8eb1f47" providerId="Windows Live" clId="Web-{C3E65B67-4B21-2145-CA4F-A3D6688BD82E}" dt="2025-12-06T17:16:59.893" v="51"/>
          <ac:inkMkLst>
            <pc:docMk/>
            <pc:sldMk cId="1186746505" sldId="276"/>
            <ac:inkMk id="19" creationId="{C8380B59-89DA-3DBB-D4FA-9C4F95A56B82}"/>
          </ac:inkMkLst>
        </pc:inkChg>
        <pc:inkChg chg="add">
          <ac:chgData name="Collin Tice" userId="786ba182d8eb1f47" providerId="Windows Live" clId="Web-{C3E65B67-4B21-2145-CA4F-A3D6688BD82E}" dt="2025-12-06T17:17:03.221" v="52"/>
          <ac:inkMkLst>
            <pc:docMk/>
            <pc:sldMk cId="1186746505" sldId="276"/>
            <ac:inkMk id="22" creationId="{4F802897-F9ED-5D9C-C3AF-706C345EB26A}"/>
          </ac:inkMkLst>
        </pc:inkChg>
        <pc:inkChg chg="add">
          <ac:chgData name="Collin Tice" userId="786ba182d8eb1f47" providerId="Windows Live" clId="Web-{C3E65B67-4B21-2145-CA4F-A3D6688BD82E}" dt="2025-12-06T17:17:06.815" v="53"/>
          <ac:inkMkLst>
            <pc:docMk/>
            <pc:sldMk cId="1186746505" sldId="276"/>
            <ac:inkMk id="23" creationId="{C30B1220-D5A6-1B76-C8CA-165833E2D9E5}"/>
          </ac:inkMkLst>
        </pc:inkChg>
        <pc:inkChg chg="add">
          <ac:chgData name="Collin Tice" userId="786ba182d8eb1f47" providerId="Windows Live" clId="Web-{C3E65B67-4B21-2145-CA4F-A3D6688BD82E}" dt="2025-12-06T17:17:09.893" v="54"/>
          <ac:inkMkLst>
            <pc:docMk/>
            <pc:sldMk cId="1186746505" sldId="276"/>
            <ac:inkMk id="24" creationId="{0971C952-D0EB-BB10-A877-BC3D14E669E9}"/>
          </ac:inkMkLst>
        </pc:inkChg>
        <pc:inkChg chg="add">
          <ac:chgData name="Collin Tice" userId="786ba182d8eb1f47" providerId="Windows Live" clId="Web-{C3E65B67-4B21-2145-CA4F-A3D6688BD82E}" dt="2025-12-06T17:17:20.502" v="55"/>
          <ac:inkMkLst>
            <pc:docMk/>
            <pc:sldMk cId="1186746505" sldId="276"/>
            <ac:inkMk id="25" creationId="{38C92075-8964-36D4-9F4B-1A46357FD985}"/>
          </ac:inkMkLst>
        </pc:inkChg>
        <pc:inkChg chg="add">
          <ac:chgData name="Collin Tice" userId="786ba182d8eb1f47" providerId="Windows Live" clId="Web-{C3E65B67-4B21-2145-CA4F-A3D6688BD82E}" dt="2025-12-06T17:17:23.518" v="56"/>
          <ac:inkMkLst>
            <pc:docMk/>
            <pc:sldMk cId="1186746505" sldId="276"/>
            <ac:inkMk id="26" creationId="{06ECBD73-4D49-F59A-9E57-94C5C7A63130}"/>
          </ac:inkMkLst>
        </pc:inkChg>
        <pc:inkChg chg="add">
          <ac:chgData name="Collin Tice" userId="786ba182d8eb1f47" providerId="Windows Live" clId="Web-{C3E65B67-4B21-2145-CA4F-A3D6688BD82E}" dt="2025-12-06T17:17:26.456" v="57"/>
          <ac:inkMkLst>
            <pc:docMk/>
            <pc:sldMk cId="1186746505" sldId="276"/>
            <ac:inkMk id="27" creationId="{625E28FD-E2AE-679E-E13A-B1A8AC0DE21F}"/>
          </ac:inkMkLst>
        </pc:inkChg>
        <pc:inkChg chg="add">
          <ac:chgData name="Collin Tice" userId="786ba182d8eb1f47" providerId="Windows Live" clId="Web-{C3E65B67-4B21-2145-CA4F-A3D6688BD82E}" dt="2025-12-06T17:17:30.315" v="58"/>
          <ac:inkMkLst>
            <pc:docMk/>
            <pc:sldMk cId="1186746505" sldId="276"/>
            <ac:inkMk id="28" creationId="{BC4FF574-5B33-01E5-269E-5EC3C372D9AC}"/>
          </ac:inkMkLst>
        </pc:inkChg>
      </pc:sldChg>
      <pc:sldChg chg="addSp delSp modSp">
        <pc:chgData name="Collin Tice" userId="786ba182d8eb1f47" providerId="Windows Live" clId="Web-{C3E65B67-4B21-2145-CA4F-A3D6688BD82E}" dt="2025-12-06T18:26:08.668" v="268" actId="20577"/>
        <pc:sldMkLst>
          <pc:docMk/>
          <pc:sldMk cId="3499772206" sldId="277"/>
        </pc:sldMkLst>
        <pc:spChg chg="mod">
          <ac:chgData name="Collin Tice" userId="786ba182d8eb1f47" providerId="Windows Live" clId="Web-{C3E65B67-4B21-2145-CA4F-A3D6688BD82E}" dt="2025-12-06T17:55:33.099" v="147"/>
          <ac:spMkLst>
            <pc:docMk/>
            <pc:sldMk cId="3499772206" sldId="277"/>
            <ac:spMk id="2" creationId="{9CAFF43B-8C77-ACFA-3905-922D7A2A8D9B}"/>
          </ac:spMkLst>
        </pc:spChg>
        <pc:spChg chg="mod ord">
          <ac:chgData name="Collin Tice" userId="786ba182d8eb1f47" providerId="Windows Live" clId="Web-{C3E65B67-4B21-2145-CA4F-A3D6688BD82E}" dt="2025-12-06T18:26:08.668" v="268" actId="20577"/>
          <ac:spMkLst>
            <pc:docMk/>
            <pc:sldMk cId="3499772206" sldId="277"/>
            <ac:spMk id="13" creationId="{2C7D94F2-B4A8-28E6-5B6A-4EC3550444E3}"/>
          </ac:spMkLst>
        </pc:spChg>
        <pc:spChg chg="add">
          <ac:chgData name="Collin Tice" userId="786ba182d8eb1f47" providerId="Windows Live" clId="Web-{C3E65B67-4B21-2145-CA4F-A3D6688BD82E}" dt="2025-12-06T17:55:33.099" v="147"/>
          <ac:spMkLst>
            <pc:docMk/>
            <pc:sldMk cId="3499772206" sldId="277"/>
            <ac:spMk id="43" creationId="{53B475F8-50AE-46A0-9943-B2B63183D50C}"/>
          </ac:spMkLst>
        </pc:spChg>
        <pc:spChg chg="add">
          <ac:chgData name="Collin Tice" userId="786ba182d8eb1f47" providerId="Windows Live" clId="Web-{C3E65B67-4B21-2145-CA4F-A3D6688BD82E}" dt="2025-12-06T17:55:33.099" v="147"/>
          <ac:spMkLst>
            <pc:docMk/>
            <pc:sldMk cId="3499772206" sldId="277"/>
            <ac:spMk id="44" creationId="{75F6FDB4-2351-48C2-A863-2364A02343C0}"/>
          </ac:spMkLst>
        </pc:spChg>
        <pc:picChg chg="add mod">
          <ac:chgData name="Collin Tice" userId="786ba182d8eb1f47" providerId="Windows Live" clId="Web-{C3E65B67-4B21-2145-CA4F-A3D6688BD82E}" dt="2025-12-06T18:25:14.102" v="239" actId="14100"/>
          <ac:picMkLst>
            <pc:docMk/>
            <pc:sldMk cId="3499772206" sldId="277"/>
            <ac:picMk id="4" creationId="{4069963B-16F7-17E1-023E-EB4DFC08759E}"/>
          </ac:picMkLst>
        </pc:picChg>
        <pc:picChg chg="add mod">
          <ac:chgData name="Collin Tice" userId="786ba182d8eb1f47" providerId="Windows Live" clId="Web-{C3E65B67-4B21-2145-CA4F-A3D6688BD82E}" dt="2025-12-06T18:25:17.852" v="241" actId="1076"/>
          <ac:picMkLst>
            <pc:docMk/>
            <pc:sldMk cId="3499772206" sldId="277"/>
            <ac:picMk id="5" creationId="{5A7984B7-41D6-C15F-A053-8A7427252166}"/>
          </ac:picMkLst>
        </pc:picChg>
        <pc:picChg chg="add mod">
          <ac:chgData name="Collin Tice" userId="786ba182d8eb1f47" providerId="Windows Live" clId="Web-{C3E65B67-4B21-2145-CA4F-A3D6688BD82E}" dt="2025-12-06T18:25:06.976" v="237" actId="1076"/>
          <ac:picMkLst>
            <pc:docMk/>
            <pc:sldMk cId="3499772206" sldId="277"/>
            <ac:picMk id="6" creationId="{9564007A-86F8-D9B5-1344-775E85CFB1FD}"/>
          </ac:picMkLst>
        </pc:picChg>
      </pc:sldChg>
      <pc:sldChg chg="modSp new">
        <pc:chgData name="Collin Tice" userId="786ba182d8eb1f47" providerId="Windows Live" clId="Web-{C3E65B67-4B21-2145-CA4F-A3D6688BD82E}" dt="2025-12-07T21:55:26.682" v="299" actId="20577"/>
        <pc:sldMkLst>
          <pc:docMk/>
          <pc:sldMk cId="3408065766" sldId="284"/>
        </pc:sldMkLst>
        <pc:spChg chg="mod">
          <ac:chgData name="Collin Tice" userId="786ba182d8eb1f47" providerId="Windows Live" clId="Web-{C3E65B67-4B21-2145-CA4F-A3D6688BD82E}" dt="2025-12-06T16:36:07.499" v="7" actId="20577"/>
          <ac:spMkLst>
            <pc:docMk/>
            <pc:sldMk cId="3408065766" sldId="284"/>
            <ac:spMk id="2" creationId="{33A9BEAE-723C-9B13-B246-4303923DF250}"/>
          </ac:spMkLst>
        </pc:spChg>
        <pc:spChg chg="mod">
          <ac:chgData name="Collin Tice" userId="786ba182d8eb1f47" providerId="Windows Live" clId="Web-{C3E65B67-4B21-2145-CA4F-A3D6688BD82E}" dt="2025-12-07T21:55:26.682" v="299" actId="20577"/>
          <ac:spMkLst>
            <pc:docMk/>
            <pc:sldMk cId="3408065766" sldId="284"/>
            <ac:spMk id="3" creationId="{B4EE550A-1936-B538-5D5F-E2DCD5ED1FA5}"/>
          </ac:spMkLst>
        </pc:spChg>
      </pc:sldChg>
    </pc:docChg>
  </pc:docChgLst>
  <pc:docChgLst>
    <pc:chgData name="Ethan Tice" userId="7e858bab184d1b64" providerId="LiveId" clId="{276CE370-C81E-4491-8B02-840C4CB879D5}"/>
    <pc:docChg chg="undo custSel addSld delSld modSld sldOrd">
      <pc:chgData name="Ethan Tice" userId="7e858bab184d1b64" providerId="LiveId" clId="{276CE370-C81E-4491-8B02-840C4CB879D5}" dt="2025-12-07T02:26:00.592" v="1621" actId="20577"/>
      <pc:docMkLst>
        <pc:docMk/>
      </pc:docMkLst>
      <pc:sldChg chg="addSp delSp modSp mod addAnim delDesignElem">
        <pc:chgData name="Ethan Tice" userId="7e858bab184d1b64" providerId="LiveId" clId="{276CE370-C81E-4491-8B02-840C4CB879D5}" dt="2025-12-04T22:30:06.158" v="363"/>
        <pc:sldMkLst>
          <pc:docMk/>
          <pc:sldMk cId="1847011753" sldId="256"/>
        </pc:sldMkLst>
        <pc:spChg chg="mod">
          <ac:chgData name="Ethan Tice" userId="7e858bab184d1b64" providerId="LiveId" clId="{276CE370-C81E-4491-8B02-840C4CB879D5}" dt="2025-12-04T22:30:06.154" v="361" actId="26606"/>
          <ac:spMkLst>
            <pc:docMk/>
            <pc:sldMk cId="1847011753" sldId="256"/>
            <ac:spMk id="2" creationId="{A3D868CC-8465-5516-7EA4-4DD36A45931A}"/>
          </ac:spMkLst>
        </pc:spChg>
        <pc:spChg chg="mod">
          <ac:chgData name="Ethan Tice" userId="7e858bab184d1b64" providerId="LiveId" clId="{276CE370-C81E-4491-8B02-840C4CB879D5}" dt="2025-12-04T22:30:06.154" v="361" actId="26606"/>
          <ac:spMkLst>
            <pc:docMk/>
            <pc:sldMk cId="1847011753" sldId="256"/>
            <ac:spMk id="3" creationId="{E0A7DD76-9038-4678-5651-AB5BD8E42AA5}"/>
          </ac:spMkLst>
        </pc:spChg>
        <pc:spChg chg="add">
          <ac:chgData name="Ethan Tice" userId="7e858bab184d1b64" providerId="LiveId" clId="{276CE370-C81E-4491-8B02-840C4CB879D5}" dt="2025-12-04T22:30:06.154" v="361" actId="26606"/>
          <ac:spMkLst>
            <pc:docMk/>
            <pc:sldMk cId="1847011753" sldId="256"/>
            <ac:spMk id="42" creationId="{943CAA20-3569-4189-9E48-239A229A86CA}"/>
          </ac:spMkLst>
        </pc:spChg>
        <pc:spChg chg="add">
          <ac:chgData name="Ethan Tice" userId="7e858bab184d1b64" providerId="LiveId" clId="{276CE370-C81E-4491-8B02-840C4CB879D5}" dt="2025-12-04T22:30:06.154" v="361" actId="26606"/>
          <ac:spMkLst>
            <pc:docMk/>
            <pc:sldMk cId="1847011753" sldId="256"/>
            <ac:spMk id="44" creationId="{DA542B6D-E775-4832-91DC-2D20F857813A}"/>
          </ac:spMkLst>
        </pc:spChg>
      </pc:sldChg>
      <pc:sldChg chg="addSp delSp modSp mod delDesignElem">
        <pc:chgData name="Ethan Tice" userId="7e858bab184d1b64" providerId="LiveId" clId="{276CE370-C81E-4491-8B02-840C4CB879D5}" dt="2025-12-04T22:12:19.047" v="124"/>
        <pc:sldMkLst>
          <pc:docMk/>
          <pc:sldMk cId="1413868366" sldId="257"/>
        </pc:sldMkLst>
        <pc:spChg chg="mod">
          <ac:chgData name="Ethan Tice" userId="7e858bab184d1b64" providerId="LiveId" clId="{276CE370-C81E-4491-8B02-840C4CB879D5}" dt="2025-12-04T22:12:19.047" v="124"/>
          <ac:spMkLst>
            <pc:docMk/>
            <pc:sldMk cId="1413868366" sldId="257"/>
            <ac:spMk id="2" creationId="{D52E80EA-CBF0-CE0E-8E0A-FCDC08E416CE}"/>
          </ac:spMkLst>
        </pc:spChg>
        <pc:spChg chg="add del">
          <ac:chgData name="Ethan Tice" userId="7e858bab184d1b64" providerId="LiveId" clId="{276CE370-C81E-4491-8B02-840C4CB879D5}" dt="2025-12-04T22:12:19.047" v="124"/>
          <ac:spMkLst>
            <pc:docMk/>
            <pc:sldMk cId="1413868366" sldId="257"/>
            <ac:spMk id="41" creationId="{743AA782-23D1-4521-8CAD-47662984AA08}"/>
          </ac:spMkLst>
        </pc:spChg>
        <pc:spChg chg="add del">
          <ac:chgData name="Ethan Tice" userId="7e858bab184d1b64" providerId="LiveId" clId="{276CE370-C81E-4491-8B02-840C4CB879D5}" dt="2025-12-04T22:12:19.047" v="124"/>
          <ac:spMkLst>
            <pc:docMk/>
            <pc:sldMk cId="1413868366" sldId="257"/>
            <ac:spMk id="42" creationId="{71877DBC-BB60-40F0-AC93-2ACDBAAE60CE}"/>
          </ac:spMkLst>
        </pc:spChg>
      </pc:sldChg>
      <pc:sldChg chg="addSp delSp modSp mod ord setBg">
        <pc:chgData name="Ethan Tice" userId="7e858bab184d1b64" providerId="LiveId" clId="{276CE370-C81E-4491-8B02-840C4CB879D5}" dt="2025-12-07T02:26:00.592" v="1621" actId="20577"/>
        <pc:sldMkLst>
          <pc:docMk/>
          <pc:sldMk cId="1864730900" sldId="258"/>
        </pc:sldMkLst>
        <pc:spChg chg="mod">
          <ac:chgData name="Ethan Tice" userId="7e858bab184d1b64" providerId="LiveId" clId="{276CE370-C81E-4491-8B02-840C4CB879D5}" dt="2025-12-04T22:33:03.627" v="383" actId="26606"/>
          <ac:spMkLst>
            <pc:docMk/>
            <pc:sldMk cId="1864730900" sldId="258"/>
            <ac:spMk id="2" creationId="{EDC7EAD6-8100-7F4A-5750-AE73CBEEABE0}"/>
          </ac:spMkLst>
        </pc:spChg>
        <pc:graphicFrameChg chg="add mod modGraphic">
          <ac:chgData name="Ethan Tice" userId="7e858bab184d1b64" providerId="LiveId" clId="{276CE370-C81E-4491-8B02-840C4CB879D5}" dt="2025-12-07T02:26:00.592" v="1621" actId="20577"/>
          <ac:graphicFrameMkLst>
            <pc:docMk/>
            <pc:sldMk cId="1864730900" sldId="258"/>
            <ac:graphicFrameMk id="5" creationId="{461ECB1F-6B54-0270-18BE-92F37DC82E9F}"/>
          </ac:graphicFrameMkLst>
        </pc:graphicFrameChg>
      </pc:sldChg>
      <pc:sldChg chg="addSp delSp modSp mod delDesignElem">
        <pc:chgData name="Ethan Tice" userId="7e858bab184d1b64" providerId="LiveId" clId="{276CE370-C81E-4491-8B02-840C4CB879D5}" dt="2025-12-04T22:29:47.370" v="359" actId="26606"/>
        <pc:sldMkLst>
          <pc:docMk/>
          <pc:sldMk cId="237846410" sldId="259"/>
        </pc:sldMkLst>
        <pc:spChg chg="mod">
          <ac:chgData name="Ethan Tice" userId="7e858bab184d1b64" providerId="LiveId" clId="{276CE370-C81E-4491-8B02-840C4CB879D5}" dt="2025-12-04T22:29:47.370" v="359" actId="26606"/>
          <ac:spMkLst>
            <pc:docMk/>
            <pc:sldMk cId="237846410" sldId="259"/>
            <ac:spMk id="2" creationId="{E660B7F5-BF46-B692-28ED-E388989DB2B0}"/>
          </ac:spMkLst>
        </pc:spChg>
        <pc:spChg chg="mod">
          <ac:chgData name="Ethan Tice" userId="7e858bab184d1b64" providerId="LiveId" clId="{276CE370-C81E-4491-8B02-840C4CB879D5}" dt="2025-12-04T22:29:47.370" v="359" actId="26606"/>
          <ac:spMkLst>
            <pc:docMk/>
            <pc:sldMk cId="237846410" sldId="259"/>
            <ac:spMk id="3" creationId="{0D0E5B83-565B-FB19-A15C-2F8CBD3E4164}"/>
          </ac:spMkLst>
        </pc:spChg>
        <pc:spChg chg="add">
          <ac:chgData name="Ethan Tice" userId="7e858bab184d1b64" providerId="LiveId" clId="{276CE370-C81E-4491-8B02-840C4CB879D5}" dt="2025-12-04T22:29:47.370" v="359" actId="26606"/>
          <ac:spMkLst>
            <pc:docMk/>
            <pc:sldMk cId="237846410" sldId="259"/>
            <ac:spMk id="23" creationId="{777A147A-9ED8-46B4-8660-1B3C2AA880B5}"/>
          </ac:spMkLst>
        </pc:spChg>
        <pc:spChg chg="add">
          <ac:chgData name="Ethan Tice" userId="7e858bab184d1b64" providerId="LiveId" clId="{276CE370-C81E-4491-8B02-840C4CB879D5}" dt="2025-12-04T22:29:47.370" v="359" actId="26606"/>
          <ac:spMkLst>
            <pc:docMk/>
            <pc:sldMk cId="237846410" sldId="259"/>
            <ac:spMk id="25" creationId="{5D6C15A0-C087-4593-8414-2B4EC1CDC3DE}"/>
          </ac:spMkLst>
        </pc:spChg>
      </pc:sldChg>
      <pc:sldChg chg="addSp delSp modSp mod delDesignElem">
        <pc:chgData name="Ethan Tice" userId="7e858bab184d1b64" providerId="LiveId" clId="{276CE370-C81E-4491-8B02-840C4CB879D5}" dt="2025-12-06T18:35:25.606" v="1198" actId="20577"/>
        <pc:sldMkLst>
          <pc:docMk/>
          <pc:sldMk cId="1020255271" sldId="260"/>
        </pc:sldMkLst>
        <pc:spChg chg="mod">
          <ac:chgData name="Ethan Tice" userId="7e858bab184d1b64" providerId="LiveId" clId="{276CE370-C81E-4491-8B02-840C4CB879D5}" dt="2025-12-04T22:23:06.672" v="347" actId="27636"/>
          <ac:spMkLst>
            <pc:docMk/>
            <pc:sldMk cId="1020255271" sldId="260"/>
            <ac:spMk id="2" creationId="{242266BA-DC0F-8C1E-ED7E-D722A23654D9}"/>
          </ac:spMkLst>
        </pc:spChg>
        <pc:spChg chg="add del">
          <ac:chgData name="Ethan Tice" userId="7e858bab184d1b64" providerId="LiveId" clId="{276CE370-C81E-4491-8B02-840C4CB879D5}" dt="2025-12-04T22:12:19.047" v="124"/>
          <ac:spMkLst>
            <pc:docMk/>
            <pc:sldMk cId="1020255271" sldId="260"/>
            <ac:spMk id="14" creationId="{743AA782-23D1-4521-8CAD-47662984AA08}"/>
          </ac:spMkLst>
        </pc:spChg>
        <pc:spChg chg="add del">
          <ac:chgData name="Ethan Tice" userId="7e858bab184d1b64" providerId="LiveId" clId="{276CE370-C81E-4491-8B02-840C4CB879D5}" dt="2025-12-04T22:12:19.047" v="124"/>
          <ac:spMkLst>
            <pc:docMk/>
            <pc:sldMk cId="1020255271" sldId="260"/>
            <ac:spMk id="16" creationId="{71877DBC-BB60-40F0-AC93-2ACDBAAE60CE}"/>
          </ac:spMkLst>
        </pc:spChg>
        <pc:graphicFrameChg chg="modGraphic">
          <ac:chgData name="Ethan Tice" userId="7e858bab184d1b64" providerId="LiveId" clId="{276CE370-C81E-4491-8B02-840C4CB879D5}" dt="2025-12-06T18:35:25.606" v="1198" actId="20577"/>
          <ac:graphicFrameMkLst>
            <pc:docMk/>
            <pc:sldMk cId="1020255271" sldId="260"/>
            <ac:graphicFrameMk id="7" creationId="{4D96FC61-A912-D4EB-4FBE-F3070212BAAA}"/>
          </ac:graphicFrameMkLst>
        </pc:graphicFrameChg>
      </pc:sldChg>
      <pc:sldChg chg="addSp modSp mod setBg">
        <pc:chgData name="Ethan Tice" userId="7e858bab184d1b64" providerId="LiveId" clId="{276CE370-C81E-4491-8B02-840C4CB879D5}" dt="2025-12-05T20:38:40.915" v="1084" actId="20577"/>
        <pc:sldMkLst>
          <pc:docMk/>
          <pc:sldMk cId="3407559499" sldId="266"/>
        </pc:sldMkLst>
        <pc:spChg chg="mod">
          <ac:chgData name="Ethan Tice" userId="7e858bab184d1b64" providerId="LiveId" clId="{276CE370-C81E-4491-8B02-840C4CB879D5}" dt="2025-12-04T22:55:50.912" v="794" actId="26606"/>
          <ac:spMkLst>
            <pc:docMk/>
            <pc:sldMk cId="3407559499" sldId="266"/>
            <ac:spMk id="2" creationId="{113BB9C7-A523-3B18-D0A6-71DB9BCF63FA}"/>
          </ac:spMkLst>
        </pc:spChg>
        <pc:spChg chg="mod">
          <ac:chgData name="Ethan Tice" userId="7e858bab184d1b64" providerId="LiveId" clId="{276CE370-C81E-4491-8B02-840C4CB879D5}" dt="2025-12-05T20:38:40.915" v="1084" actId="20577"/>
          <ac:spMkLst>
            <pc:docMk/>
            <pc:sldMk cId="3407559499" sldId="266"/>
            <ac:spMk id="3" creationId="{3A3A3398-5533-0D28-8502-D3CBF1E40E31}"/>
          </ac:spMkLst>
        </pc:spChg>
        <pc:spChg chg="add">
          <ac:chgData name="Ethan Tice" userId="7e858bab184d1b64" providerId="LiveId" clId="{276CE370-C81E-4491-8B02-840C4CB879D5}" dt="2025-12-04T22:55:50.912" v="794" actId="26606"/>
          <ac:spMkLst>
            <pc:docMk/>
            <pc:sldMk cId="3407559499" sldId="266"/>
            <ac:spMk id="8" creationId="{777A147A-9ED8-46B4-8660-1B3C2AA880B5}"/>
          </ac:spMkLst>
        </pc:spChg>
        <pc:spChg chg="add">
          <ac:chgData name="Ethan Tice" userId="7e858bab184d1b64" providerId="LiveId" clId="{276CE370-C81E-4491-8B02-840C4CB879D5}" dt="2025-12-04T22:55:50.912" v="794" actId="26606"/>
          <ac:spMkLst>
            <pc:docMk/>
            <pc:sldMk cId="3407559499" sldId="266"/>
            <ac:spMk id="10" creationId="{5D6C15A0-C087-4593-8414-2B4EC1CDC3DE}"/>
          </ac:spMkLst>
        </pc:spChg>
      </pc:sldChg>
      <pc:sldChg chg="addSp delSp modSp new mod setBg">
        <pc:chgData name="Ethan Tice" userId="7e858bab184d1b64" providerId="LiveId" clId="{276CE370-C81E-4491-8B02-840C4CB879D5}" dt="2025-12-04T22:28:54.072" v="358" actId="26606"/>
        <pc:sldMkLst>
          <pc:docMk/>
          <pc:sldMk cId="1928794465" sldId="269"/>
        </pc:sldMkLst>
        <pc:spChg chg="mod">
          <ac:chgData name="Ethan Tice" userId="7e858bab184d1b64" providerId="LiveId" clId="{276CE370-C81E-4491-8B02-840C4CB879D5}" dt="2025-12-04T22:28:54.072" v="358" actId="26606"/>
          <ac:spMkLst>
            <pc:docMk/>
            <pc:sldMk cId="1928794465" sldId="269"/>
            <ac:spMk id="2" creationId="{A6E74825-0975-62BA-DE3E-E24B9329D5D1}"/>
          </ac:spMkLst>
        </pc:spChg>
        <pc:spChg chg="mod">
          <ac:chgData name="Ethan Tice" userId="7e858bab184d1b64" providerId="LiveId" clId="{276CE370-C81E-4491-8B02-840C4CB879D5}" dt="2025-12-04T22:28:54.072" v="358" actId="26606"/>
          <ac:spMkLst>
            <pc:docMk/>
            <pc:sldMk cId="1928794465" sldId="269"/>
            <ac:spMk id="3" creationId="{02A4D91B-6CED-E7BB-2D50-3D91AF3B3D30}"/>
          </ac:spMkLst>
        </pc:spChg>
        <pc:spChg chg="add">
          <ac:chgData name="Ethan Tice" userId="7e858bab184d1b64" providerId="LiveId" clId="{276CE370-C81E-4491-8B02-840C4CB879D5}" dt="2025-12-04T22:28:54.072" v="358" actId="26606"/>
          <ac:spMkLst>
            <pc:docMk/>
            <pc:sldMk cId="1928794465" sldId="269"/>
            <ac:spMk id="22" creationId="{100EDD19-6802-4EC3-95CE-CFFAB042CFD6}"/>
          </ac:spMkLst>
        </pc:spChg>
        <pc:spChg chg="add">
          <ac:chgData name="Ethan Tice" userId="7e858bab184d1b64" providerId="LiveId" clId="{276CE370-C81E-4491-8B02-840C4CB879D5}" dt="2025-12-04T22:28:54.072" v="358" actId="26606"/>
          <ac:spMkLst>
            <pc:docMk/>
            <pc:sldMk cId="1928794465" sldId="269"/>
            <ac:spMk id="24" creationId="{DB17E863-922E-4C26-BD64-E8FD41D28661}"/>
          </ac:spMkLst>
        </pc:spChg>
      </pc:sldChg>
      <pc:sldChg chg="addSp delSp modSp new mod ord setBg">
        <pc:chgData name="Ethan Tice" userId="7e858bab184d1b64" providerId="LiveId" clId="{276CE370-C81E-4491-8B02-840C4CB879D5}" dt="2025-12-06T18:18:51.139" v="1187" actId="20577"/>
        <pc:sldMkLst>
          <pc:docMk/>
          <pc:sldMk cId="79475231" sldId="270"/>
        </pc:sldMkLst>
        <pc:spChg chg="mod">
          <ac:chgData name="Ethan Tice" userId="7e858bab184d1b64" providerId="LiveId" clId="{276CE370-C81E-4491-8B02-840C4CB879D5}" dt="2025-12-04T22:28:17.935" v="357" actId="26606"/>
          <ac:spMkLst>
            <pc:docMk/>
            <pc:sldMk cId="79475231" sldId="270"/>
            <ac:spMk id="2" creationId="{6E6DC8E9-C2A7-DE2E-4E42-1E662ACDA0A9}"/>
          </ac:spMkLst>
        </pc:spChg>
        <pc:spChg chg="mod">
          <ac:chgData name="Ethan Tice" userId="7e858bab184d1b64" providerId="LiveId" clId="{276CE370-C81E-4491-8B02-840C4CB879D5}" dt="2025-12-06T18:18:51.139" v="1187" actId="20577"/>
          <ac:spMkLst>
            <pc:docMk/>
            <pc:sldMk cId="79475231" sldId="270"/>
            <ac:spMk id="3" creationId="{8EAE6C31-39BE-8C42-BAF9-0B9A2B7BF15C}"/>
          </ac:spMkLst>
        </pc:spChg>
        <pc:spChg chg="add">
          <ac:chgData name="Ethan Tice" userId="7e858bab184d1b64" providerId="LiveId" clId="{276CE370-C81E-4491-8B02-840C4CB879D5}" dt="2025-12-04T22:28:17.935" v="357" actId="26606"/>
          <ac:spMkLst>
            <pc:docMk/>
            <pc:sldMk cId="79475231" sldId="270"/>
            <ac:spMk id="22" creationId="{100EDD19-6802-4EC3-95CE-CFFAB042CFD6}"/>
          </ac:spMkLst>
        </pc:spChg>
        <pc:spChg chg="add">
          <ac:chgData name="Ethan Tice" userId="7e858bab184d1b64" providerId="LiveId" clId="{276CE370-C81E-4491-8B02-840C4CB879D5}" dt="2025-12-04T22:28:17.935" v="357" actId="26606"/>
          <ac:spMkLst>
            <pc:docMk/>
            <pc:sldMk cId="79475231" sldId="270"/>
            <ac:spMk id="24" creationId="{DB17E863-922E-4C26-BD64-E8FD41D28661}"/>
          </ac:spMkLst>
        </pc:spChg>
      </pc:sldChg>
      <pc:sldChg chg="addSp delSp modSp new mod ord setBg">
        <pc:chgData name="Ethan Tice" userId="7e858bab184d1b64" providerId="LiveId" clId="{276CE370-C81E-4491-8B02-840C4CB879D5}" dt="2025-12-04T22:47:18.353" v="609" actId="26606"/>
        <pc:sldMkLst>
          <pc:docMk/>
          <pc:sldMk cId="138065920" sldId="271"/>
        </pc:sldMkLst>
        <pc:spChg chg="mod">
          <ac:chgData name="Ethan Tice" userId="7e858bab184d1b64" providerId="LiveId" clId="{276CE370-C81E-4491-8B02-840C4CB879D5}" dt="2025-12-04T22:47:18.353" v="609" actId="26606"/>
          <ac:spMkLst>
            <pc:docMk/>
            <pc:sldMk cId="138065920" sldId="271"/>
            <ac:spMk id="2" creationId="{928618A5-B938-E8A7-306C-6DAA6E08FBB8}"/>
          </ac:spMkLst>
        </pc:spChg>
        <pc:spChg chg="mod">
          <ac:chgData name="Ethan Tice" userId="7e858bab184d1b64" providerId="LiveId" clId="{276CE370-C81E-4491-8B02-840C4CB879D5}" dt="2025-12-04T22:47:18.353" v="609" actId="26606"/>
          <ac:spMkLst>
            <pc:docMk/>
            <pc:sldMk cId="138065920" sldId="271"/>
            <ac:spMk id="3" creationId="{13E349CA-6ED6-C558-C726-D668BFA77370}"/>
          </ac:spMkLst>
        </pc:spChg>
        <pc:spChg chg="add">
          <ac:chgData name="Ethan Tice" userId="7e858bab184d1b64" providerId="LiveId" clId="{276CE370-C81E-4491-8B02-840C4CB879D5}" dt="2025-12-04T22:47:18.353" v="609" actId="26606"/>
          <ac:spMkLst>
            <pc:docMk/>
            <pc:sldMk cId="138065920" sldId="271"/>
            <ac:spMk id="38" creationId="{45D37F4E-DDB4-456B-97E0-9937730A039F}"/>
          </ac:spMkLst>
        </pc:spChg>
        <pc:spChg chg="add">
          <ac:chgData name="Ethan Tice" userId="7e858bab184d1b64" providerId="LiveId" clId="{276CE370-C81E-4491-8B02-840C4CB879D5}" dt="2025-12-04T22:47:18.353" v="609" actId="26606"/>
          <ac:spMkLst>
            <pc:docMk/>
            <pc:sldMk cId="138065920" sldId="271"/>
            <ac:spMk id="40" creationId="{B2DD41CD-8F47-4F56-AD12-4E2FF7696987}"/>
          </ac:spMkLst>
        </pc:spChg>
        <pc:picChg chg="mod ord">
          <ac:chgData name="Ethan Tice" userId="7e858bab184d1b64" providerId="LiveId" clId="{276CE370-C81E-4491-8B02-840C4CB879D5}" dt="2025-12-04T22:47:18.353" v="609" actId="26606"/>
          <ac:picMkLst>
            <pc:docMk/>
            <pc:sldMk cId="138065920" sldId="271"/>
            <ac:picMk id="4" creationId="{162E1F29-9164-91D4-91BD-54FB7BD1B434}"/>
          </ac:picMkLst>
        </pc:picChg>
      </pc:sldChg>
      <pc:sldChg chg="addSp delSp modSp new mod setBg">
        <pc:chgData name="Ethan Tice" userId="7e858bab184d1b64" providerId="LiveId" clId="{276CE370-C81E-4491-8B02-840C4CB879D5}" dt="2025-12-04T22:30:49.900" v="367" actId="26606"/>
        <pc:sldMkLst>
          <pc:docMk/>
          <pc:sldMk cId="2817664065" sldId="272"/>
        </pc:sldMkLst>
        <pc:spChg chg="mod">
          <ac:chgData name="Ethan Tice" userId="7e858bab184d1b64" providerId="LiveId" clId="{276CE370-C81E-4491-8B02-840C4CB879D5}" dt="2025-12-04T22:30:49.900" v="367" actId="26606"/>
          <ac:spMkLst>
            <pc:docMk/>
            <pc:sldMk cId="2817664065" sldId="272"/>
            <ac:spMk id="2" creationId="{86F00685-4940-C699-1AA1-DDDC5D02FB3B}"/>
          </ac:spMkLst>
        </pc:spChg>
        <pc:spChg chg="mod">
          <ac:chgData name="Ethan Tice" userId="7e858bab184d1b64" providerId="LiveId" clId="{276CE370-C81E-4491-8B02-840C4CB879D5}" dt="2025-12-04T22:30:49.900" v="367" actId="26606"/>
          <ac:spMkLst>
            <pc:docMk/>
            <pc:sldMk cId="2817664065" sldId="272"/>
            <ac:spMk id="36" creationId="{42C0C86F-0968-821A-CAAC-50BE270FC492}"/>
          </ac:spMkLst>
        </pc:spChg>
        <pc:spChg chg="add">
          <ac:chgData name="Ethan Tice" userId="7e858bab184d1b64" providerId="LiveId" clId="{276CE370-C81E-4491-8B02-840C4CB879D5}" dt="2025-12-04T22:30:49.900" v="367" actId="26606"/>
          <ac:spMkLst>
            <pc:docMk/>
            <pc:sldMk cId="2817664065" sldId="272"/>
            <ac:spMk id="41" creationId="{100EDD19-6802-4EC3-95CE-CFFAB042CFD6}"/>
          </ac:spMkLst>
        </pc:spChg>
        <pc:spChg chg="add">
          <ac:chgData name="Ethan Tice" userId="7e858bab184d1b64" providerId="LiveId" clId="{276CE370-C81E-4491-8B02-840C4CB879D5}" dt="2025-12-04T22:30:49.900" v="367" actId="26606"/>
          <ac:spMkLst>
            <pc:docMk/>
            <pc:sldMk cId="2817664065" sldId="272"/>
            <ac:spMk id="43" creationId="{DB17E863-922E-4C26-BD64-E8FD41D28661}"/>
          </ac:spMkLst>
        </pc:spChg>
      </pc:sldChg>
      <pc:sldChg chg="addSp delSp modSp new mod ord setBg">
        <pc:chgData name="Ethan Tice" userId="7e858bab184d1b64" providerId="LiveId" clId="{276CE370-C81E-4491-8B02-840C4CB879D5}" dt="2025-12-04T22:35:08.079" v="384" actId="26606"/>
        <pc:sldMkLst>
          <pc:docMk/>
          <pc:sldMk cId="4287949683" sldId="273"/>
        </pc:sldMkLst>
        <pc:spChg chg="mod">
          <ac:chgData name="Ethan Tice" userId="7e858bab184d1b64" providerId="LiveId" clId="{276CE370-C81E-4491-8B02-840C4CB879D5}" dt="2025-12-04T22:35:08.079" v="384" actId="26606"/>
          <ac:spMkLst>
            <pc:docMk/>
            <pc:sldMk cId="4287949683" sldId="273"/>
            <ac:spMk id="2" creationId="{CE263555-36B5-5585-36E0-006EC374B8DE}"/>
          </ac:spMkLst>
        </pc:spChg>
        <pc:spChg chg="mod">
          <ac:chgData name="Ethan Tice" userId="7e858bab184d1b64" providerId="LiveId" clId="{276CE370-C81E-4491-8B02-840C4CB879D5}" dt="2025-12-04T22:35:08.079" v="384" actId="26606"/>
          <ac:spMkLst>
            <pc:docMk/>
            <pc:sldMk cId="4287949683" sldId="273"/>
            <ac:spMk id="3" creationId="{CF9ADADF-9A45-44C3-99E8-69675EDBDA55}"/>
          </ac:spMkLst>
        </pc:spChg>
        <pc:spChg chg="add">
          <ac:chgData name="Ethan Tice" userId="7e858bab184d1b64" providerId="LiveId" clId="{276CE370-C81E-4491-8B02-840C4CB879D5}" dt="2025-12-04T22:35:08.079" v="384" actId="26606"/>
          <ac:spMkLst>
            <pc:docMk/>
            <pc:sldMk cId="4287949683" sldId="273"/>
            <ac:spMk id="22" creationId="{100EDD19-6802-4EC3-95CE-CFFAB042CFD6}"/>
          </ac:spMkLst>
        </pc:spChg>
        <pc:spChg chg="add">
          <ac:chgData name="Ethan Tice" userId="7e858bab184d1b64" providerId="LiveId" clId="{276CE370-C81E-4491-8B02-840C4CB879D5}" dt="2025-12-04T22:35:08.079" v="384" actId="26606"/>
          <ac:spMkLst>
            <pc:docMk/>
            <pc:sldMk cId="4287949683" sldId="273"/>
            <ac:spMk id="24" creationId="{DB17E863-922E-4C26-BD64-E8FD41D28661}"/>
          </ac:spMkLst>
        </pc:spChg>
      </pc:sldChg>
      <pc:sldChg chg="ord">
        <pc:chgData name="Ethan Tice" userId="7e858bab184d1b64" providerId="LiveId" clId="{276CE370-C81E-4491-8B02-840C4CB879D5}" dt="2025-12-04T22:31:13.675" v="373"/>
        <pc:sldMkLst>
          <pc:docMk/>
          <pc:sldMk cId="1925752996" sldId="275"/>
        </pc:sldMkLst>
      </pc:sldChg>
      <pc:sldChg chg="addSp delSp modSp new mod ord setBg">
        <pc:chgData name="Ethan Tice" userId="7e858bab184d1b64" providerId="LiveId" clId="{276CE370-C81E-4491-8B02-840C4CB879D5}" dt="2025-12-06T17:54:17.152" v="1152" actId="1076"/>
        <pc:sldMkLst>
          <pc:docMk/>
          <pc:sldMk cId="3499772206" sldId="277"/>
        </pc:sldMkLst>
        <pc:spChg chg="mod">
          <ac:chgData name="Ethan Tice" userId="7e858bab184d1b64" providerId="LiveId" clId="{276CE370-C81E-4491-8B02-840C4CB879D5}" dt="2025-12-04T23:14:06.881" v="900" actId="26606"/>
          <ac:spMkLst>
            <pc:docMk/>
            <pc:sldMk cId="3499772206" sldId="277"/>
            <ac:spMk id="2" creationId="{9CAFF43B-8C77-ACFA-3905-922D7A2A8D9B}"/>
          </ac:spMkLst>
        </pc:spChg>
        <pc:spChg chg="add del mod">
          <ac:chgData name="Ethan Tice" userId="7e858bab184d1b64" providerId="LiveId" clId="{276CE370-C81E-4491-8B02-840C4CB879D5}" dt="2025-12-06T17:26:16.358" v="1122" actId="20577"/>
          <ac:spMkLst>
            <pc:docMk/>
            <pc:sldMk cId="3499772206" sldId="277"/>
            <ac:spMk id="13" creationId="{2C7D94F2-B4A8-28E6-5B6A-4EC3550444E3}"/>
          </ac:spMkLst>
        </pc:spChg>
      </pc:sldChg>
      <pc:sldChg chg="addSp modSp new mod setBg">
        <pc:chgData name="Ethan Tice" userId="7e858bab184d1b64" providerId="LiveId" clId="{276CE370-C81E-4491-8B02-840C4CB879D5}" dt="2025-12-06T17:01:13.569" v="1086" actId="1076"/>
        <pc:sldMkLst>
          <pc:docMk/>
          <pc:sldMk cId="1335120177" sldId="278"/>
        </pc:sldMkLst>
        <pc:spChg chg="mod">
          <ac:chgData name="Ethan Tice" userId="7e858bab184d1b64" providerId="LiveId" clId="{276CE370-C81E-4491-8B02-840C4CB879D5}" dt="2025-12-05T19:54:33.520" v="982" actId="20577"/>
          <ac:spMkLst>
            <pc:docMk/>
            <pc:sldMk cId="1335120177" sldId="278"/>
            <ac:spMk id="2" creationId="{7F90A6FD-9B4F-A93D-391E-4D27F0031F71}"/>
          </ac:spMkLst>
        </pc:spChg>
        <pc:spChg chg="add">
          <ac:chgData name="Ethan Tice" userId="7e858bab184d1b64" providerId="LiveId" clId="{276CE370-C81E-4491-8B02-840C4CB879D5}" dt="2025-12-05T19:53:46.540" v="916" actId="26606"/>
          <ac:spMkLst>
            <pc:docMk/>
            <pc:sldMk cId="1335120177" sldId="278"/>
            <ac:spMk id="8" creationId="{100EDD19-6802-4EC3-95CE-CFFAB042CFD6}"/>
          </ac:spMkLst>
        </pc:spChg>
        <pc:spChg chg="add">
          <ac:chgData name="Ethan Tice" userId="7e858bab184d1b64" providerId="LiveId" clId="{276CE370-C81E-4491-8B02-840C4CB879D5}" dt="2025-12-05T19:53:46.540" v="916" actId="26606"/>
          <ac:spMkLst>
            <pc:docMk/>
            <pc:sldMk cId="1335120177" sldId="278"/>
            <ac:spMk id="10" creationId="{DB17E863-922E-4C26-BD64-E8FD41D28661}"/>
          </ac:spMkLst>
        </pc:spChg>
        <pc:picChg chg="mod">
          <ac:chgData name="Ethan Tice" userId="7e858bab184d1b64" providerId="LiveId" clId="{276CE370-C81E-4491-8B02-840C4CB879D5}" dt="2025-12-06T17:01:13.569" v="1086" actId="1076"/>
          <ac:picMkLst>
            <pc:docMk/>
            <pc:sldMk cId="1335120177" sldId="278"/>
            <ac:picMk id="4" creationId="{4A1D7C36-ACF5-A746-BBF3-DE0C347D9B68}"/>
          </ac:picMkLst>
        </pc:picChg>
      </pc:sldChg>
      <pc:sldChg chg="addSp delSp modSp new mod setBg">
        <pc:chgData name="Ethan Tice" userId="7e858bab184d1b64" providerId="LiveId" clId="{276CE370-C81E-4491-8B02-840C4CB879D5}" dt="2025-12-06T18:47:04.443" v="1390" actId="1076"/>
        <pc:sldMkLst>
          <pc:docMk/>
          <pc:sldMk cId="2348872667" sldId="279"/>
        </pc:sldMkLst>
        <pc:spChg chg="mod">
          <ac:chgData name="Ethan Tice" userId="7e858bab184d1b64" providerId="LiveId" clId="{276CE370-C81E-4491-8B02-840C4CB879D5}" dt="2025-12-05T20:03:03.287" v="1041" actId="26606"/>
          <ac:spMkLst>
            <pc:docMk/>
            <pc:sldMk cId="2348872667" sldId="279"/>
            <ac:spMk id="2" creationId="{E637AF63-5EE8-AC0E-32DE-689F8CCD0164}"/>
          </ac:spMkLst>
        </pc:spChg>
        <pc:spChg chg="add mod">
          <ac:chgData name="Ethan Tice" userId="7e858bab184d1b64" providerId="LiveId" clId="{276CE370-C81E-4491-8B02-840C4CB879D5}" dt="2025-12-06T18:47:04.443" v="1390" actId="1076"/>
          <ac:spMkLst>
            <pc:docMk/>
            <pc:sldMk cId="2348872667" sldId="279"/>
            <ac:spMk id="12" creationId="{832E84D0-E055-8CEA-C844-CD2FA467F247}"/>
          </ac:spMkLst>
        </pc:spChg>
        <pc:spChg chg="add mod">
          <ac:chgData name="Ethan Tice" userId="7e858bab184d1b64" providerId="LiveId" clId="{276CE370-C81E-4491-8B02-840C4CB879D5}" dt="2025-12-06T18:46:54.199" v="1388" actId="1076"/>
          <ac:spMkLst>
            <pc:docMk/>
            <pc:sldMk cId="2348872667" sldId="279"/>
            <ac:spMk id="13" creationId="{900BCD55-AA64-1E6D-C696-036656570A6F}"/>
          </ac:spMkLst>
        </pc:spChg>
        <pc:spChg chg="add">
          <ac:chgData name="Ethan Tice" userId="7e858bab184d1b64" providerId="LiveId" clId="{276CE370-C81E-4491-8B02-840C4CB879D5}" dt="2025-12-06T17:33:56.932" v="1142" actId="26606"/>
          <ac:spMkLst>
            <pc:docMk/>
            <pc:sldMk cId="2348872667" sldId="279"/>
            <ac:spMk id="22" creationId="{C4879EFC-8E62-4E00-973C-C45EE9EC676D}"/>
          </ac:spMkLst>
        </pc:spChg>
        <pc:spChg chg="add">
          <ac:chgData name="Ethan Tice" userId="7e858bab184d1b64" providerId="LiveId" clId="{276CE370-C81E-4491-8B02-840C4CB879D5}" dt="2025-12-06T17:33:56.932" v="1142" actId="26606"/>
          <ac:spMkLst>
            <pc:docMk/>
            <pc:sldMk cId="2348872667" sldId="279"/>
            <ac:spMk id="24" creationId="{D6A9C53F-5F90-40A5-8C85-5412D39C8C68}"/>
          </ac:spMkLst>
        </pc:spChg>
        <pc:picChg chg="add mod">
          <ac:chgData name="Ethan Tice" userId="7e858bab184d1b64" providerId="LiveId" clId="{276CE370-C81E-4491-8B02-840C4CB879D5}" dt="2025-12-06T17:33:56.932" v="1142" actId="26606"/>
          <ac:picMkLst>
            <pc:docMk/>
            <pc:sldMk cId="2348872667" sldId="279"/>
            <ac:picMk id="5" creationId="{B087EEBC-41DE-CDFD-0451-08E82C23A0B8}"/>
          </ac:picMkLst>
        </pc:picChg>
        <pc:picChg chg="add mod ord">
          <ac:chgData name="Ethan Tice" userId="7e858bab184d1b64" providerId="LiveId" clId="{276CE370-C81E-4491-8B02-840C4CB879D5}" dt="2025-12-06T17:33:56.932" v="1142" actId="26606"/>
          <ac:picMkLst>
            <pc:docMk/>
            <pc:sldMk cId="2348872667" sldId="279"/>
            <ac:picMk id="11" creationId="{3BCC13EA-462B-6EEB-9FCB-30AFB2EDBED5}"/>
          </ac:picMkLst>
        </pc:picChg>
      </pc:sldChg>
      <pc:sldChg chg="addSp delSp modSp new mod setBg">
        <pc:chgData name="Ethan Tice" userId="7e858bab184d1b64" providerId="LiveId" clId="{276CE370-C81E-4491-8B02-840C4CB879D5}" dt="2025-12-06T18:47:54.808" v="1443" actId="1076"/>
        <pc:sldMkLst>
          <pc:docMk/>
          <pc:sldMk cId="2176888968" sldId="280"/>
        </pc:sldMkLst>
        <pc:spChg chg="mod">
          <ac:chgData name="Ethan Tice" userId="7e858bab184d1b64" providerId="LiveId" clId="{276CE370-C81E-4491-8B02-840C4CB879D5}" dt="2025-12-05T20:01:27.500" v="1036" actId="26606"/>
          <ac:spMkLst>
            <pc:docMk/>
            <pc:sldMk cId="2176888968" sldId="280"/>
            <ac:spMk id="2" creationId="{0AC61BEA-55E0-13B4-4FDB-2DF28CDA4038}"/>
          </ac:spMkLst>
        </pc:spChg>
        <pc:spChg chg="add mod">
          <ac:chgData name="Ethan Tice" userId="7e858bab184d1b64" providerId="LiveId" clId="{276CE370-C81E-4491-8B02-840C4CB879D5}" dt="2025-12-06T18:47:35.031" v="1415" actId="1076"/>
          <ac:spMkLst>
            <pc:docMk/>
            <pc:sldMk cId="2176888968" sldId="280"/>
            <ac:spMk id="12" creationId="{01B0A699-583A-51EB-A3B6-37A71147F6B7}"/>
          </ac:spMkLst>
        </pc:spChg>
        <pc:spChg chg="add mod">
          <ac:chgData name="Ethan Tice" userId="7e858bab184d1b64" providerId="LiveId" clId="{276CE370-C81E-4491-8B02-840C4CB879D5}" dt="2025-12-06T18:47:54.808" v="1443" actId="1076"/>
          <ac:spMkLst>
            <pc:docMk/>
            <pc:sldMk cId="2176888968" sldId="280"/>
            <ac:spMk id="13" creationId="{BB3124BB-9DFF-A9BA-DF59-7B30B4333D01}"/>
          </ac:spMkLst>
        </pc:spChg>
        <pc:spChg chg="add">
          <ac:chgData name="Ethan Tice" userId="7e858bab184d1b64" providerId="LiveId" clId="{276CE370-C81E-4491-8B02-840C4CB879D5}" dt="2025-12-06T17:34:43.408" v="1145" actId="26606"/>
          <ac:spMkLst>
            <pc:docMk/>
            <pc:sldMk cId="2176888968" sldId="280"/>
            <ac:spMk id="22" creationId="{C4879EFC-8E62-4E00-973C-C45EE9EC676D}"/>
          </ac:spMkLst>
        </pc:spChg>
        <pc:spChg chg="add">
          <ac:chgData name="Ethan Tice" userId="7e858bab184d1b64" providerId="LiveId" clId="{276CE370-C81E-4491-8B02-840C4CB879D5}" dt="2025-12-06T17:34:43.408" v="1145" actId="26606"/>
          <ac:spMkLst>
            <pc:docMk/>
            <pc:sldMk cId="2176888968" sldId="280"/>
            <ac:spMk id="24" creationId="{D6A9C53F-5F90-40A5-8C85-5412D39C8C68}"/>
          </ac:spMkLst>
        </pc:spChg>
        <pc:picChg chg="add mod">
          <ac:chgData name="Ethan Tice" userId="7e858bab184d1b64" providerId="LiveId" clId="{276CE370-C81E-4491-8B02-840C4CB879D5}" dt="2025-12-05T20:01:27.500" v="1036" actId="26606"/>
          <ac:picMkLst>
            <pc:docMk/>
            <pc:sldMk cId="2176888968" sldId="280"/>
            <ac:picMk id="5" creationId="{3FDEB3A2-FE78-D54F-A2E9-5F50A02310E2}"/>
          </ac:picMkLst>
        </pc:picChg>
        <pc:picChg chg="add mod ord">
          <ac:chgData name="Ethan Tice" userId="7e858bab184d1b64" providerId="LiveId" clId="{276CE370-C81E-4491-8B02-840C4CB879D5}" dt="2025-12-06T17:34:43.408" v="1145" actId="26606"/>
          <ac:picMkLst>
            <pc:docMk/>
            <pc:sldMk cId="2176888968" sldId="280"/>
            <ac:picMk id="11" creationId="{6D63C5C0-208B-C643-72A0-E49FD99C053A}"/>
          </ac:picMkLst>
        </pc:picChg>
      </pc:sldChg>
      <pc:sldChg chg="addSp delSp modSp new mod setBg">
        <pc:chgData name="Ethan Tice" userId="7e858bab184d1b64" providerId="LiveId" clId="{276CE370-C81E-4491-8B02-840C4CB879D5}" dt="2025-12-06T18:47:15.085" v="1392" actId="1076"/>
        <pc:sldMkLst>
          <pc:docMk/>
          <pc:sldMk cId="1154776226" sldId="281"/>
        </pc:sldMkLst>
        <pc:spChg chg="mod">
          <ac:chgData name="Ethan Tice" userId="7e858bab184d1b64" providerId="LiveId" clId="{276CE370-C81E-4491-8B02-840C4CB879D5}" dt="2025-12-05T20:03:37.689" v="1046" actId="26606"/>
          <ac:spMkLst>
            <pc:docMk/>
            <pc:sldMk cId="1154776226" sldId="281"/>
            <ac:spMk id="2" creationId="{1126AAFC-D92A-E7A4-E978-A59908AD9647}"/>
          </ac:spMkLst>
        </pc:spChg>
        <pc:spChg chg="add mod">
          <ac:chgData name="Ethan Tice" userId="7e858bab184d1b64" providerId="LiveId" clId="{276CE370-C81E-4491-8B02-840C4CB879D5}" dt="2025-12-06T18:44:55.720" v="1325" actId="1076"/>
          <ac:spMkLst>
            <pc:docMk/>
            <pc:sldMk cId="1154776226" sldId="281"/>
            <ac:spMk id="12" creationId="{99A061AE-D52F-F733-59E3-687292680E7D}"/>
          </ac:spMkLst>
        </pc:spChg>
        <pc:spChg chg="add">
          <ac:chgData name="Ethan Tice" userId="7e858bab184d1b64" providerId="LiveId" clId="{276CE370-C81E-4491-8B02-840C4CB879D5}" dt="2025-12-05T20:03:37.689" v="1046" actId="26606"/>
          <ac:spMkLst>
            <pc:docMk/>
            <pc:sldMk cId="1154776226" sldId="281"/>
            <ac:spMk id="15" creationId="{C4879EFC-8E62-4E00-973C-C45EE9EC676D}"/>
          </ac:spMkLst>
        </pc:spChg>
        <pc:spChg chg="add mod">
          <ac:chgData name="Ethan Tice" userId="7e858bab184d1b64" providerId="LiveId" clId="{276CE370-C81E-4491-8B02-840C4CB879D5}" dt="2025-12-06T18:47:15.085" v="1392" actId="1076"/>
          <ac:spMkLst>
            <pc:docMk/>
            <pc:sldMk cId="1154776226" sldId="281"/>
            <ac:spMk id="16" creationId="{78112426-F0AA-B83B-5260-6D6748471210}"/>
          </ac:spMkLst>
        </pc:spChg>
        <pc:spChg chg="add">
          <ac:chgData name="Ethan Tice" userId="7e858bab184d1b64" providerId="LiveId" clId="{276CE370-C81E-4491-8B02-840C4CB879D5}" dt="2025-12-05T20:03:37.689" v="1046" actId="26606"/>
          <ac:spMkLst>
            <pc:docMk/>
            <pc:sldMk cId="1154776226" sldId="281"/>
            <ac:spMk id="17" creationId="{D6A9C53F-5F90-40A5-8C85-5412D39C8C68}"/>
          </ac:spMkLst>
        </pc:spChg>
        <pc:picChg chg="add mod ord">
          <ac:chgData name="Ethan Tice" userId="7e858bab184d1b64" providerId="LiveId" clId="{276CE370-C81E-4491-8B02-840C4CB879D5}" dt="2025-12-05T20:03:37.689" v="1046" actId="26606"/>
          <ac:picMkLst>
            <pc:docMk/>
            <pc:sldMk cId="1154776226" sldId="281"/>
            <ac:picMk id="4" creationId="{AB29F6C7-1BA8-DF0E-4182-8C60E7C086BE}"/>
          </ac:picMkLst>
        </pc:picChg>
        <pc:picChg chg="add mod">
          <ac:chgData name="Ethan Tice" userId="7e858bab184d1b64" providerId="LiveId" clId="{276CE370-C81E-4491-8B02-840C4CB879D5}" dt="2025-12-06T17:29:11.947" v="1137" actId="14100"/>
          <ac:picMkLst>
            <pc:docMk/>
            <pc:sldMk cId="1154776226" sldId="281"/>
            <ac:picMk id="11" creationId="{AB1844CB-04D1-5428-0D7F-8913C66B8419}"/>
          </ac:picMkLst>
        </pc:picChg>
      </pc:sldChg>
      <pc:sldChg chg="addSp delSp modSp mod">
        <pc:chgData name="Ethan Tice" userId="7e858bab184d1b64" providerId="LiveId" clId="{276CE370-C81E-4491-8B02-840C4CB879D5}" dt="2025-12-07T02:22:45.506" v="1599" actId="207"/>
        <pc:sldMkLst>
          <pc:docMk/>
          <pc:sldMk cId="3408065766" sldId="284"/>
        </pc:sldMkLst>
        <pc:spChg chg="add del mod">
          <ac:chgData name="Ethan Tice" userId="7e858bab184d1b64" providerId="LiveId" clId="{276CE370-C81E-4491-8B02-840C4CB879D5}" dt="2025-12-07T02:22:45.506" v="1599" actId="207"/>
          <ac:spMkLst>
            <pc:docMk/>
            <pc:sldMk cId="3408065766" sldId="284"/>
            <ac:spMk id="3" creationId="{B4EE550A-1936-B538-5D5F-E2DCD5ED1FA5}"/>
          </ac:spMkLst>
        </pc:spChg>
        <pc:spChg chg="add">
          <ac:chgData name="Ethan Tice" userId="7e858bab184d1b64" providerId="LiveId" clId="{276CE370-C81E-4491-8B02-840C4CB879D5}" dt="2025-12-07T02:17:48.271" v="1575"/>
          <ac:spMkLst>
            <pc:docMk/>
            <pc:sldMk cId="3408065766" sldId="284"/>
            <ac:spMk id="4" creationId="{39D0E6A2-8A4E-1F1D-F9A9-E285BDBE6BA9}"/>
          </ac:spMkLst>
        </pc:spChg>
        <pc:spChg chg="add del mod">
          <ac:chgData name="Ethan Tice" userId="7e858bab184d1b64" providerId="LiveId" clId="{276CE370-C81E-4491-8B02-840C4CB879D5}" dt="2025-12-07T02:18:05.751" v="1581"/>
          <ac:spMkLst>
            <pc:docMk/>
            <pc:sldMk cId="3408065766" sldId="284"/>
            <ac:spMk id="5" creationId="{A4EA3B70-C9DD-777E-E80E-8370684D06D9}"/>
          </ac:spMkLst>
        </pc:spChg>
        <pc:spChg chg="add mod">
          <ac:chgData name="Ethan Tice" userId="7e858bab184d1b64" providerId="LiveId" clId="{276CE370-C81E-4491-8B02-840C4CB879D5}" dt="2025-12-07T02:17:56.406" v="1577" actId="478"/>
          <ac:spMkLst>
            <pc:docMk/>
            <pc:sldMk cId="3408065766" sldId="284"/>
            <ac:spMk id="6" creationId="{6DD5C218-7DCB-5473-7D76-86AFB21F7ABA}"/>
          </ac:spMkLst>
        </pc:spChg>
        <pc:spChg chg="add">
          <ac:chgData name="Ethan Tice" userId="7e858bab184d1b64" providerId="LiveId" clId="{276CE370-C81E-4491-8B02-840C4CB879D5}" dt="2025-12-07T02:18:10.470" v="1582"/>
          <ac:spMkLst>
            <pc:docMk/>
            <pc:sldMk cId="3408065766" sldId="284"/>
            <ac:spMk id="7" creationId="{4F4101F7-5C57-3619-29EA-EEE02CBCEC38}"/>
          </ac:spMkLst>
        </pc:spChg>
        <pc:spChg chg="add">
          <ac:chgData name="Ethan Tice" userId="7e858bab184d1b64" providerId="LiveId" clId="{276CE370-C81E-4491-8B02-840C4CB879D5}" dt="2025-12-07T02:18:35.025" v="1583"/>
          <ac:spMkLst>
            <pc:docMk/>
            <pc:sldMk cId="3408065766" sldId="284"/>
            <ac:spMk id="8" creationId="{ABD942CE-EE6E-1B3D-7758-A50DE9F40FD2}"/>
          </ac:spMkLst>
        </pc:spChg>
      </pc:sldChg>
    </pc:docChg>
  </pc:docChgLst>
  <pc:docChgLst>
    <pc:chgData name="Guest User" providerId="Windows Live" clId="Web-{1AC41C0E-649F-0253-F6BB-53EA0F45B70D}"/>
    <pc:docChg chg="modSld">
      <pc:chgData name="Guest User" userId="" providerId="Windows Live" clId="Web-{1AC41C0E-649F-0253-F6BB-53EA0F45B70D}" dt="2025-12-05T19:18:52.646" v="186" actId="14100"/>
      <pc:docMkLst>
        <pc:docMk/>
      </pc:docMkLst>
      <pc:sldChg chg="addSp delSp modSp">
        <pc:chgData name="Guest User" userId="" providerId="Windows Live" clId="Web-{1AC41C0E-649F-0253-F6BB-53EA0F45B70D}" dt="2025-12-05T18:49:37.377" v="166" actId="20577"/>
        <pc:sldMkLst>
          <pc:docMk/>
          <pc:sldMk cId="1925752996" sldId="275"/>
        </pc:sldMkLst>
        <pc:graphicFrameChg chg="mod modGraphic">
          <ac:chgData name="Guest User" userId="" providerId="Windows Live" clId="Web-{1AC41C0E-649F-0253-F6BB-53EA0F45B70D}" dt="2025-12-05T18:49:37.377" v="166" actId="20577"/>
          <ac:graphicFrameMkLst>
            <pc:docMk/>
            <pc:sldMk cId="1925752996" sldId="275"/>
            <ac:graphicFrameMk id="10" creationId="{785CB92B-2CF5-E38B-EC10-FABC4F64C3C8}"/>
          </ac:graphicFrameMkLst>
        </pc:graphicFrameChg>
      </pc:sldChg>
      <pc:sldChg chg="addSp delSp modSp">
        <pc:chgData name="Guest User" userId="" providerId="Windows Live" clId="Web-{1AC41C0E-649F-0253-F6BB-53EA0F45B70D}" dt="2025-12-05T19:18:52.646" v="186" actId="14100"/>
        <pc:sldMkLst>
          <pc:docMk/>
          <pc:sldMk cId="1186746505" sldId="276"/>
        </pc:sldMkLst>
        <pc:spChg chg="mod">
          <ac:chgData name="Guest User" userId="" providerId="Windows Live" clId="Web-{1AC41C0E-649F-0253-F6BB-53EA0F45B70D}" dt="2025-12-05T19:17:45.630" v="173"/>
          <ac:spMkLst>
            <pc:docMk/>
            <pc:sldMk cId="1186746505" sldId="276"/>
            <ac:spMk id="2" creationId="{C4CA8223-36AE-859D-ABCC-BF1B81073730}"/>
          </ac:spMkLst>
        </pc:spChg>
        <pc:spChg chg="mod">
          <ac:chgData name="Guest User" userId="" providerId="Windows Live" clId="Web-{1AC41C0E-649F-0253-F6BB-53EA0F45B70D}" dt="2025-12-05T19:17:45.630" v="173"/>
          <ac:spMkLst>
            <pc:docMk/>
            <pc:sldMk cId="1186746505" sldId="276"/>
            <ac:spMk id="3" creationId="{55E1B1FF-3916-64AD-22E7-7D664B320C2D}"/>
          </ac:spMkLst>
        </pc:spChg>
        <pc:spChg chg="add mod">
          <ac:chgData name="Guest User" userId="" providerId="Windows Live" clId="Web-{1AC41C0E-649F-0253-F6BB-53EA0F45B70D}" dt="2025-12-05T19:18:41.802" v="184"/>
          <ac:spMkLst>
            <pc:docMk/>
            <pc:sldMk cId="1186746505" sldId="276"/>
            <ac:spMk id="20" creationId="{2B97F24A-32CE-4C1C-A50D-3016B394DCFB}"/>
          </ac:spMkLst>
        </pc:spChg>
        <pc:spChg chg="add mod">
          <ac:chgData name="Guest User" userId="" providerId="Windows Live" clId="Web-{1AC41C0E-649F-0253-F6BB-53EA0F45B70D}" dt="2025-12-05T19:18:29.224" v="183"/>
          <ac:spMkLst>
            <pc:docMk/>
            <pc:sldMk cId="1186746505" sldId="276"/>
            <ac:spMk id="21" creationId="{CD8B4F24-440B-49E9-B85D-733523DC064B}"/>
          </ac:spMkLst>
        </pc:spChg>
        <pc:picChg chg="add mod">
          <ac:chgData name="Guest User" userId="" providerId="Windows Live" clId="Web-{1AC41C0E-649F-0253-F6BB-53EA0F45B70D}" dt="2025-12-05T19:18:52.646" v="186" actId="14100"/>
          <ac:picMkLst>
            <pc:docMk/>
            <pc:sldMk cId="1186746505" sldId="276"/>
            <ac:picMk id="5" creationId="{AF02AD3B-7734-ABBE-9886-3E4CC9799976}"/>
          </ac:picMkLst>
        </pc:picChg>
      </pc:sldChg>
    </pc:docChg>
  </pc:docChgLst>
  <pc:docChgLst>
    <pc:chgData name="Guest User" providerId="Windows Live" clId="Web-{E7A648FF-6736-AD5B-8D28-AA8ABF5173D0}"/>
    <pc:docChg chg="addSld delSld modSld">
      <pc:chgData name="Guest User" userId="" providerId="Windows Live" clId="Web-{E7A648FF-6736-AD5B-8D28-AA8ABF5173D0}" dt="2025-12-07T22:56:14.133" v="182" actId="14100"/>
      <pc:docMkLst>
        <pc:docMk/>
      </pc:docMkLst>
      <pc:sldChg chg="addSp delSp modSp del mod modClrScheme delDesignElem chgLayout">
        <pc:chgData name="Guest User" userId="" providerId="Windows Live" clId="Web-{E7A648FF-6736-AD5B-8D28-AA8ABF5173D0}" dt="2025-12-07T22:52:43.444" v="1"/>
        <pc:sldMkLst>
          <pc:docMk/>
          <pc:sldMk cId="4267833567" sldId="262"/>
        </pc:sldMkLst>
        <pc:spChg chg="mod ord">
          <ac:chgData name="Guest User" userId="" providerId="Windows Live" clId="Web-{E7A648FF-6736-AD5B-8D28-AA8ABF5173D0}" dt="2025-12-07T22:52:41.366" v="0"/>
          <ac:spMkLst>
            <pc:docMk/>
            <pc:sldMk cId="4267833567" sldId="262"/>
            <ac:spMk id="2" creationId="{EAAE3669-AF7C-1216-DDF2-ACF36B517BD6}"/>
          </ac:spMkLst>
        </pc:spChg>
        <pc:spChg chg="add mod ord">
          <ac:chgData name="Guest User" userId="" providerId="Windows Live" clId="Web-{E7A648FF-6736-AD5B-8D28-AA8ABF5173D0}" dt="2025-12-07T22:52:41.366" v="0"/>
          <ac:spMkLst>
            <pc:docMk/>
            <pc:sldMk cId="4267833567" sldId="262"/>
            <ac:spMk id="4" creationId="{82C91625-7FF4-0B1F-F4BC-82DA957167A8}"/>
          </ac:spMkLst>
        </pc:spChg>
        <pc:spChg chg="mod ord">
          <ac:chgData name="Guest User" userId="" providerId="Windows Live" clId="Web-{E7A648FF-6736-AD5B-8D28-AA8ABF5173D0}" dt="2025-12-07T22:52:41.366" v="0"/>
          <ac:spMkLst>
            <pc:docMk/>
            <pc:sldMk cId="4267833567" sldId="262"/>
            <ac:spMk id="7" creationId="{155ADF51-9B9E-770C-9AB3-EFC1C12528EF}"/>
          </ac:spMkLst>
        </pc:spChg>
        <pc:spChg chg="del">
          <ac:chgData name="Guest User" userId="" providerId="Windows Live" clId="Web-{E7A648FF-6736-AD5B-8D28-AA8ABF5173D0}" dt="2025-12-07T22:52:41.366" v="0"/>
          <ac:spMkLst>
            <pc:docMk/>
            <pc:sldMk cId="4267833567" sldId="262"/>
            <ac:spMk id="12" creationId="{2B97F24A-32CE-4C1C-A50D-3016B394DCFB}"/>
          </ac:spMkLst>
        </pc:spChg>
        <pc:spChg chg="del">
          <ac:chgData name="Guest User" userId="" providerId="Windows Live" clId="Web-{E7A648FF-6736-AD5B-8D28-AA8ABF5173D0}" dt="2025-12-07T22:52:41.366" v="0"/>
          <ac:spMkLst>
            <pc:docMk/>
            <pc:sldMk cId="4267833567" sldId="262"/>
            <ac:spMk id="14" creationId="{CD8B4F24-440B-49E9-B85D-733523DC064B}"/>
          </ac:spMkLst>
        </pc:spChg>
      </pc:sldChg>
      <pc:sldChg chg="addSp delSp modSp add replId">
        <pc:chgData name="Guest User" userId="" providerId="Windows Live" clId="Web-{E7A648FF-6736-AD5B-8D28-AA8ABF5173D0}" dt="2025-12-07T22:56:14.133" v="182" actId="14100"/>
        <pc:sldMkLst>
          <pc:docMk/>
          <pc:sldMk cId="3414796151" sldId="285"/>
        </pc:sldMkLst>
        <pc:spChg chg="mod">
          <ac:chgData name="Guest User" userId="" providerId="Windows Live" clId="Web-{E7A648FF-6736-AD5B-8D28-AA8ABF5173D0}" dt="2025-12-07T22:53:41.309" v="48" actId="20577"/>
          <ac:spMkLst>
            <pc:docMk/>
            <pc:sldMk cId="3414796151" sldId="285"/>
            <ac:spMk id="2" creationId="{3AFE596A-76B2-7884-2BDE-19CCB0C2E76E}"/>
          </ac:spMkLst>
        </pc:spChg>
        <pc:spChg chg="mod">
          <ac:chgData name="Guest User" userId="" providerId="Windows Live" clId="Web-{E7A648FF-6736-AD5B-8D28-AA8ABF5173D0}" dt="2025-12-07T22:56:08.305" v="180" actId="20577"/>
          <ac:spMkLst>
            <pc:docMk/>
            <pc:sldMk cId="3414796151" sldId="285"/>
            <ac:spMk id="3" creationId="{C8B40DEB-0C74-AC60-D3D7-2EB1FA558F9C}"/>
          </ac:spMkLst>
        </pc:spChg>
        <pc:spChg chg="del">
          <ac:chgData name="Guest User" userId="" providerId="Windows Live" clId="Web-{E7A648FF-6736-AD5B-8D28-AA8ABF5173D0}" dt="2025-12-07T22:53:33.432" v="25"/>
          <ac:spMkLst>
            <pc:docMk/>
            <pc:sldMk cId="3414796151" sldId="285"/>
            <ac:spMk id="20" creationId="{B6034CA2-B4B6-DB35-4A23-E1C5111983A2}"/>
          </ac:spMkLst>
        </pc:spChg>
        <pc:picChg chg="del">
          <ac:chgData name="Guest User" userId="" providerId="Windows Live" clId="Web-{E7A648FF-6736-AD5B-8D28-AA8ABF5173D0}" dt="2025-12-07T22:53:29.275" v="3"/>
          <ac:picMkLst>
            <pc:docMk/>
            <pc:sldMk cId="3414796151" sldId="285"/>
            <ac:picMk id="5" creationId="{292F2ACE-AAEF-4C05-412D-D8B0395DC180}"/>
          </ac:picMkLst>
        </pc:picChg>
        <pc:picChg chg="add mod">
          <ac:chgData name="Guest User" userId="" providerId="Windows Live" clId="Web-{E7A648FF-6736-AD5B-8D28-AA8ABF5173D0}" dt="2025-12-07T22:56:14.133" v="182" actId="14100"/>
          <ac:picMkLst>
            <pc:docMk/>
            <pc:sldMk cId="3414796151" sldId="285"/>
            <ac:picMk id="6" creationId="{208A72B7-D049-0F82-DA83-FD5900637522}"/>
          </ac:picMkLst>
        </pc:picChg>
        <pc:inkChg chg="del">
          <ac:chgData name="Guest User" userId="" providerId="Windows Live" clId="Web-{E7A648FF-6736-AD5B-8D28-AA8ABF5173D0}" dt="2025-12-07T22:53:33.432" v="24"/>
          <ac:inkMkLst>
            <pc:docMk/>
            <pc:sldMk cId="3414796151" sldId="285"/>
            <ac:inkMk id="4" creationId="{4172BA90-28C4-A8FC-A062-968E8F45A58C}"/>
          </ac:inkMkLst>
        </pc:inkChg>
        <pc:inkChg chg="del">
          <ac:chgData name="Guest User" userId="" providerId="Windows Live" clId="Web-{E7A648FF-6736-AD5B-8D28-AA8ABF5173D0}" dt="2025-12-07T22:53:33.432" v="23"/>
          <ac:inkMkLst>
            <pc:docMk/>
            <pc:sldMk cId="3414796151" sldId="285"/>
            <ac:inkMk id="7" creationId="{7B77ED6F-3C13-9382-F773-057F34550E76}"/>
          </ac:inkMkLst>
        </pc:inkChg>
        <pc:inkChg chg="del">
          <ac:chgData name="Guest User" userId="" providerId="Windows Live" clId="Web-{E7A648FF-6736-AD5B-8D28-AA8ABF5173D0}" dt="2025-12-07T22:53:33.432" v="22"/>
          <ac:inkMkLst>
            <pc:docMk/>
            <pc:sldMk cId="3414796151" sldId="285"/>
            <ac:inkMk id="8" creationId="{6422927B-24B8-8098-063E-C7E03FC35F00}"/>
          </ac:inkMkLst>
        </pc:inkChg>
        <pc:inkChg chg="del">
          <ac:chgData name="Guest User" userId="" providerId="Windows Live" clId="Web-{E7A648FF-6736-AD5B-8D28-AA8ABF5173D0}" dt="2025-12-07T22:53:33.432" v="21"/>
          <ac:inkMkLst>
            <pc:docMk/>
            <pc:sldMk cId="3414796151" sldId="285"/>
            <ac:inkMk id="9" creationId="{294E5545-C58F-52F5-C0B0-6E0B788F4F81}"/>
          </ac:inkMkLst>
        </pc:inkChg>
        <pc:inkChg chg="del">
          <ac:chgData name="Guest User" userId="" providerId="Windows Live" clId="Web-{E7A648FF-6736-AD5B-8D28-AA8ABF5173D0}" dt="2025-12-07T22:53:33.432" v="20"/>
          <ac:inkMkLst>
            <pc:docMk/>
            <pc:sldMk cId="3414796151" sldId="285"/>
            <ac:inkMk id="10" creationId="{AF9FB1EF-01DA-B029-B288-F1298CEBB28C}"/>
          </ac:inkMkLst>
        </pc:inkChg>
        <pc:inkChg chg="del">
          <ac:chgData name="Guest User" userId="" providerId="Windows Live" clId="Web-{E7A648FF-6736-AD5B-8D28-AA8ABF5173D0}" dt="2025-12-07T22:53:33.432" v="19"/>
          <ac:inkMkLst>
            <pc:docMk/>
            <pc:sldMk cId="3414796151" sldId="285"/>
            <ac:inkMk id="11" creationId="{F6B5B956-C2DF-9F5A-361C-CEA6AC478F6D}"/>
          </ac:inkMkLst>
        </pc:inkChg>
        <pc:inkChg chg="del">
          <ac:chgData name="Guest User" userId="" providerId="Windows Live" clId="Web-{E7A648FF-6736-AD5B-8D28-AA8ABF5173D0}" dt="2025-12-07T22:53:33.432" v="18"/>
          <ac:inkMkLst>
            <pc:docMk/>
            <pc:sldMk cId="3414796151" sldId="285"/>
            <ac:inkMk id="12" creationId="{11FADB66-961C-76D1-5998-701929810D10}"/>
          </ac:inkMkLst>
        </pc:inkChg>
        <pc:inkChg chg="del">
          <ac:chgData name="Guest User" userId="" providerId="Windows Live" clId="Web-{E7A648FF-6736-AD5B-8D28-AA8ABF5173D0}" dt="2025-12-07T22:53:33.432" v="17"/>
          <ac:inkMkLst>
            <pc:docMk/>
            <pc:sldMk cId="3414796151" sldId="285"/>
            <ac:inkMk id="13" creationId="{5DA240B5-0335-7985-70FF-A959ADED0D5E}"/>
          </ac:inkMkLst>
        </pc:inkChg>
        <pc:inkChg chg="del">
          <ac:chgData name="Guest User" userId="" providerId="Windows Live" clId="Web-{E7A648FF-6736-AD5B-8D28-AA8ABF5173D0}" dt="2025-12-07T22:53:33.432" v="16"/>
          <ac:inkMkLst>
            <pc:docMk/>
            <pc:sldMk cId="3414796151" sldId="285"/>
            <ac:inkMk id="14" creationId="{47F9EA0B-EF43-0B7B-6503-055A2D6CEA34}"/>
          </ac:inkMkLst>
        </pc:inkChg>
        <pc:inkChg chg="del">
          <ac:chgData name="Guest User" userId="" providerId="Windows Live" clId="Web-{E7A648FF-6736-AD5B-8D28-AA8ABF5173D0}" dt="2025-12-07T22:53:33.432" v="15"/>
          <ac:inkMkLst>
            <pc:docMk/>
            <pc:sldMk cId="3414796151" sldId="285"/>
            <ac:inkMk id="15" creationId="{9E962AFF-C3BD-4181-2426-A85E2A43A897}"/>
          </ac:inkMkLst>
        </pc:inkChg>
        <pc:inkChg chg="del">
          <ac:chgData name="Guest User" userId="" providerId="Windows Live" clId="Web-{E7A648FF-6736-AD5B-8D28-AA8ABF5173D0}" dt="2025-12-07T22:53:33.432" v="14"/>
          <ac:inkMkLst>
            <pc:docMk/>
            <pc:sldMk cId="3414796151" sldId="285"/>
            <ac:inkMk id="16" creationId="{D984A7B8-3FE6-356F-1FE6-5D920B7797E7}"/>
          </ac:inkMkLst>
        </pc:inkChg>
        <pc:inkChg chg="del">
          <ac:chgData name="Guest User" userId="" providerId="Windows Live" clId="Web-{E7A648FF-6736-AD5B-8D28-AA8ABF5173D0}" dt="2025-12-07T22:53:33.432" v="13"/>
          <ac:inkMkLst>
            <pc:docMk/>
            <pc:sldMk cId="3414796151" sldId="285"/>
            <ac:inkMk id="17" creationId="{6D7862ED-BB28-FAAB-4AAB-CC17C6E207F5}"/>
          </ac:inkMkLst>
        </pc:inkChg>
        <pc:inkChg chg="del">
          <ac:chgData name="Guest User" userId="" providerId="Windows Live" clId="Web-{E7A648FF-6736-AD5B-8D28-AA8ABF5173D0}" dt="2025-12-07T22:53:33.432" v="12"/>
          <ac:inkMkLst>
            <pc:docMk/>
            <pc:sldMk cId="3414796151" sldId="285"/>
            <ac:inkMk id="18" creationId="{60127E9B-CD30-ECB0-3654-E1AC7E6CD98A}"/>
          </ac:inkMkLst>
        </pc:inkChg>
        <pc:inkChg chg="del">
          <ac:chgData name="Guest User" userId="" providerId="Windows Live" clId="Web-{E7A648FF-6736-AD5B-8D28-AA8ABF5173D0}" dt="2025-12-07T22:53:33.432" v="11"/>
          <ac:inkMkLst>
            <pc:docMk/>
            <pc:sldMk cId="3414796151" sldId="285"/>
            <ac:inkMk id="19" creationId="{95A3A20E-5746-5904-3B6D-DEC5215863E7}"/>
          </ac:inkMkLst>
        </pc:inkChg>
        <pc:inkChg chg="del">
          <ac:chgData name="Guest User" userId="" providerId="Windows Live" clId="Web-{E7A648FF-6736-AD5B-8D28-AA8ABF5173D0}" dt="2025-12-07T22:53:33.432" v="10"/>
          <ac:inkMkLst>
            <pc:docMk/>
            <pc:sldMk cId="3414796151" sldId="285"/>
            <ac:inkMk id="22" creationId="{B0CAD791-89A4-63F6-D374-4B365BC2BF4B}"/>
          </ac:inkMkLst>
        </pc:inkChg>
        <pc:inkChg chg="del">
          <ac:chgData name="Guest User" userId="" providerId="Windows Live" clId="Web-{E7A648FF-6736-AD5B-8D28-AA8ABF5173D0}" dt="2025-12-07T22:53:33.432" v="9"/>
          <ac:inkMkLst>
            <pc:docMk/>
            <pc:sldMk cId="3414796151" sldId="285"/>
            <ac:inkMk id="23" creationId="{3EEC8889-F20B-78D7-072E-B09E114441C6}"/>
          </ac:inkMkLst>
        </pc:inkChg>
        <pc:inkChg chg="del">
          <ac:chgData name="Guest User" userId="" providerId="Windows Live" clId="Web-{E7A648FF-6736-AD5B-8D28-AA8ABF5173D0}" dt="2025-12-07T22:53:33.432" v="8"/>
          <ac:inkMkLst>
            <pc:docMk/>
            <pc:sldMk cId="3414796151" sldId="285"/>
            <ac:inkMk id="24" creationId="{13CEA5BD-0AC6-7153-CC4D-F0450EE1D00B}"/>
          </ac:inkMkLst>
        </pc:inkChg>
        <pc:inkChg chg="del">
          <ac:chgData name="Guest User" userId="" providerId="Windows Live" clId="Web-{E7A648FF-6736-AD5B-8D28-AA8ABF5173D0}" dt="2025-12-07T22:53:33.432" v="7"/>
          <ac:inkMkLst>
            <pc:docMk/>
            <pc:sldMk cId="3414796151" sldId="285"/>
            <ac:inkMk id="25" creationId="{2BE9AD8E-4658-8404-0123-ADF02BEAC97B}"/>
          </ac:inkMkLst>
        </pc:inkChg>
        <pc:inkChg chg="del">
          <ac:chgData name="Guest User" userId="" providerId="Windows Live" clId="Web-{E7A648FF-6736-AD5B-8D28-AA8ABF5173D0}" dt="2025-12-07T22:53:33.432" v="6"/>
          <ac:inkMkLst>
            <pc:docMk/>
            <pc:sldMk cId="3414796151" sldId="285"/>
            <ac:inkMk id="26" creationId="{9DE3D674-1E8C-1AA2-D744-597E41155E15}"/>
          </ac:inkMkLst>
        </pc:inkChg>
        <pc:inkChg chg="del">
          <ac:chgData name="Guest User" userId="" providerId="Windows Live" clId="Web-{E7A648FF-6736-AD5B-8D28-AA8ABF5173D0}" dt="2025-12-07T22:53:33.432" v="5"/>
          <ac:inkMkLst>
            <pc:docMk/>
            <pc:sldMk cId="3414796151" sldId="285"/>
            <ac:inkMk id="27" creationId="{1C2337C4-7C46-E6DC-BDE1-9CB356C25F55}"/>
          </ac:inkMkLst>
        </pc:inkChg>
        <pc:inkChg chg="del">
          <ac:chgData name="Guest User" userId="" providerId="Windows Live" clId="Web-{E7A648FF-6736-AD5B-8D28-AA8ABF5173D0}" dt="2025-12-07T22:53:33.432" v="4"/>
          <ac:inkMkLst>
            <pc:docMk/>
            <pc:sldMk cId="3414796151" sldId="285"/>
            <ac:inkMk id="28" creationId="{7240C0B7-0D69-A4C3-7D85-074D076C3E21}"/>
          </ac:inkMkLst>
        </pc:inkChg>
      </pc:sldChg>
    </pc:docChg>
  </pc:docChgLst>
  <pc:docChgLst>
    <pc:chgData name="Guest User" providerId="Windows Live" clId="Web-{45F1E1AF-6317-6D27-E6C0-01F57F2F3B5A}"/>
    <pc:docChg chg="addSld delSld modSld">
      <pc:chgData name="Guest User" userId="" providerId="Windows Live" clId="Web-{45F1E1AF-6317-6D27-E6C0-01F57F2F3B5A}" dt="2025-12-08T01:08:17.664" v="157"/>
      <pc:docMkLst>
        <pc:docMk/>
      </pc:docMkLst>
      <pc:sldChg chg="modSp">
        <pc:chgData name="Guest User" userId="" providerId="Windows Live" clId="Web-{45F1E1AF-6317-6D27-E6C0-01F57F2F3B5A}" dt="2025-12-08T00:21:34.327" v="98" actId="20577"/>
        <pc:sldMkLst>
          <pc:docMk/>
          <pc:sldMk cId="1847011753" sldId="256"/>
        </pc:sldMkLst>
        <pc:spChg chg="mod">
          <ac:chgData name="Guest User" userId="" providerId="Windows Live" clId="Web-{45F1E1AF-6317-6D27-E6C0-01F57F2F3B5A}" dt="2025-12-08T00:21:34.327" v="98" actId="20577"/>
          <ac:spMkLst>
            <pc:docMk/>
            <pc:sldMk cId="1847011753" sldId="256"/>
            <ac:spMk id="3" creationId="{E0A7DD76-9038-4678-5651-AB5BD8E42AA5}"/>
          </ac:spMkLst>
        </pc:spChg>
      </pc:sldChg>
      <pc:sldChg chg="modSp del">
        <pc:chgData name="Guest User" userId="" providerId="Windows Live" clId="Web-{45F1E1AF-6317-6D27-E6C0-01F57F2F3B5A}" dt="2025-12-08T00:19:32.588" v="6"/>
        <pc:sldMkLst>
          <pc:docMk/>
          <pc:sldMk cId="2538322078" sldId="286"/>
        </pc:sldMkLst>
        <pc:spChg chg="mod">
          <ac:chgData name="Guest User" userId="" providerId="Windows Live" clId="Web-{45F1E1AF-6317-6D27-E6C0-01F57F2F3B5A}" dt="2025-12-08T00:19:27.291" v="5" actId="20577"/>
          <ac:spMkLst>
            <pc:docMk/>
            <pc:sldMk cId="2538322078" sldId="286"/>
            <ac:spMk id="2" creationId="{850EF815-A28A-413B-06FC-C9BB5048F81E}"/>
          </ac:spMkLst>
        </pc:spChg>
      </pc:sldChg>
      <pc:sldChg chg="modSp new del mod modShow">
        <pc:chgData name="Guest User" userId="" providerId="Windows Live" clId="Web-{45F1E1AF-6317-6D27-E6C0-01F57F2F3B5A}" dt="2025-12-08T01:08:17.664" v="157"/>
        <pc:sldMkLst>
          <pc:docMk/>
          <pc:sldMk cId="3015346978" sldId="286"/>
        </pc:sldMkLst>
        <pc:spChg chg="mod">
          <ac:chgData name="Guest User" userId="" providerId="Windows Live" clId="Web-{45F1E1AF-6317-6D27-E6C0-01F57F2F3B5A}" dt="2025-12-08T00:20:21.964" v="39" actId="20577"/>
          <ac:spMkLst>
            <pc:docMk/>
            <pc:sldMk cId="3015346978" sldId="286"/>
            <ac:spMk id="2" creationId="{C3DA2709-41C7-6312-2A91-2D6AE282A6AF}"/>
          </ac:spMkLst>
        </pc:spChg>
        <pc:spChg chg="mod">
          <ac:chgData name="Guest User" userId="" providerId="Windows Live" clId="Web-{45F1E1AF-6317-6D27-E6C0-01F57F2F3B5A}" dt="2025-12-08T00:30:52.253" v="155" actId="20577"/>
          <ac:spMkLst>
            <pc:docMk/>
            <pc:sldMk cId="3015346978" sldId="286"/>
            <ac:spMk id="3" creationId="{2A6EA43D-C4F7-96B6-E830-60641D992C87}"/>
          </ac:spMkLst>
        </pc:spChg>
        <pc:spChg chg="mod">
          <ac:chgData name="Guest User" userId="" providerId="Windows Live" clId="Web-{45F1E1AF-6317-6D27-E6C0-01F57F2F3B5A}" dt="2025-12-08T00:29:58.970" v="106" actId="20577"/>
          <ac:spMkLst>
            <pc:docMk/>
            <pc:sldMk cId="3015346978" sldId="286"/>
            <ac:spMk id="4" creationId="{BCDAA92D-FB8D-C62E-8BE5-8D9B16B0D2A6}"/>
          </ac:spMkLst>
        </pc:spChg>
      </pc:sldChg>
    </pc:docChg>
  </pc:docChgLst>
  <pc:docChgLst>
    <pc:chgData name="Guest User" providerId="Windows Live" clId="Web-{03075527-3D0C-D324-6DD0-21493209F762}"/>
    <pc:docChg chg="modSld">
      <pc:chgData name="Guest User" userId="" providerId="Windows Live" clId="Web-{03075527-3D0C-D324-6DD0-21493209F762}" dt="2025-12-07T21:56:58.978" v="13" actId="20577"/>
      <pc:docMkLst>
        <pc:docMk/>
      </pc:docMkLst>
      <pc:sldChg chg="modSp">
        <pc:chgData name="Guest User" userId="" providerId="Windows Live" clId="Web-{03075527-3D0C-D324-6DD0-21493209F762}" dt="2025-12-07T21:56:58.978" v="13" actId="20577"/>
        <pc:sldMkLst>
          <pc:docMk/>
          <pc:sldMk cId="3408065766" sldId="284"/>
        </pc:sldMkLst>
        <pc:spChg chg="mod">
          <ac:chgData name="Guest User" userId="" providerId="Windows Live" clId="Web-{03075527-3D0C-D324-6DD0-21493209F762}" dt="2025-12-07T21:56:58.978" v="13" actId="20577"/>
          <ac:spMkLst>
            <pc:docMk/>
            <pc:sldMk cId="3408065766" sldId="284"/>
            <ac:spMk id="3" creationId="{B4EE550A-1936-B538-5D5F-E2DCD5ED1FA5}"/>
          </ac:spMkLst>
        </pc:spChg>
      </pc:sldChg>
    </pc:docChg>
  </pc:docChgLst>
  <pc:docChgLst>
    <pc:chgData name="Guest User" providerId="Windows Live" clId="Web-{9A231CCF-2BAE-D5CD-8C7E-7EA68E899025}"/>
    <pc:docChg chg="modSld">
      <pc:chgData name="Guest User" userId="" providerId="Windows Live" clId="Web-{9A231CCF-2BAE-D5CD-8C7E-7EA68E899025}" dt="2025-12-07T22:50:44.681" v="9" actId="20577"/>
      <pc:docMkLst>
        <pc:docMk/>
      </pc:docMkLst>
      <pc:sldChg chg="modSp">
        <pc:chgData name="Guest User" userId="" providerId="Windows Live" clId="Web-{9A231CCF-2BAE-D5CD-8C7E-7EA68E899025}" dt="2025-12-07T22:50:44.681" v="9" actId="20577"/>
        <pc:sldMkLst>
          <pc:docMk/>
          <pc:sldMk cId="237846410" sldId="259"/>
        </pc:sldMkLst>
        <pc:spChg chg="mod">
          <ac:chgData name="Guest User" userId="" providerId="Windows Live" clId="Web-{9A231CCF-2BAE-D5CD-8C7E-7EA68E899025}" dt="2025-12-07T22:50:44.681" v="9" actId="20577"/>
          <ac:spMkLst>
            <pc:docMk/>
            <pc:sldMk cId="237846410" sldId="259"/>
            <ac:spMk id="3" creationId="{0D0E5B83-565B-FB19-A15C-2F8CBD3E4164}"/>
          </ac:spMkLst>
        </pc:spChg>
      </pc:sldChg>
      <pc:sldChg chg="modSp">
        <pc:chgData name="Guest User" userId="" providerId="Windows Live" clId="Web-{9A231CCF-2BAE-D5CD-8C7E-7EA68E899025}" dt="2025-12-07T21:59:33.732" v="6" actId="20577"/>
        <pc:sldMkLst>
          <pc:docMk/>
          <pc:sldMk cId="4287949683" sldId="273"/>
        </pc:sldMkLst>
        <pc:spChg chg="mod">
          <ac:chgData name="Guest User" userId="" providerId="Windows Live" clId="Web-{9A231CCF-2BAE-D5CD-8C7E-7EA68E899025}" dt="2025-12-07T21:59:33.732" v="6" actId="20577"/>
          <ac:spMkLst>
            <pc:docMk/>
            <pc:sldMk cId="4287949683" sldId="273"/>
            <ac:spMk id="3" creationId="{CF9ADADF-9A45-44C3-99E8-69675EDBDA55}"/>
          </ac:spMkLst>
        </pc:spChg>
      </pc:sldChg>
      <pc:sldChg chg="modSp">
        <pc:chgData name="Guest User" userId="" providerId="Windows Live" clId="Web-{9A231CCF-2BAE-D5CD-8C7E-7EA68E899025}" dt="2025-12-07T21:58:31.387" v="4" actId="20577"/>
        <pc:sldMkLst>
          <pc:docMk/>
          <pc:sldMk cId="3408065766" sldId="284"/>
        </pc:sldMkLst>
        <pc:spChg chg="mod">
          <ac:chgData name="Guest User" userId="" providerId="Windows Live" clId="Web-{9A231CCF-2BAE-D5CD-8C7E-7EA68E899025}" dt="2025-12-07T21:58:31.387" v="4" actId="20577"/>
          <ac:spMkLst>
            <pc:docMk/>
            <pc:sldMk cId="3408065766" sldId="284"/>
            <ac:spMk id="3" creationId="{B4EE550A-1936-B538-5D5F-E2DCD5ED1FA5}"/>
          </ac:spMkLst>
        </pc:spChg>
      </pc:sldChg>
    </pc:docChg>
  </pc:docChgLst>
  <pc:docChgLst>
    <pc:chgData name="Guest User" providerId="Windows Live" clId="Web-{8F5C7811-B134-EB44-BCC4-99096B859572}"/>
    <pc:docChg chg="addSld delSld modSld">
      <pc:chgData name="Guest User" userId="" providerId="Windows Live" clId="Web-{8F5C7811-B134-EB44-BCC4-99096B859572}" dt="2025-12-04T17:20:25.243" v="202" actId="20577"/>
      <pc:docMkLst>
        <pc:docMk/>
      </pc:docMkLst>
      <pc:sldChg chg="modSp">
        <pc:chgData name="Guest User" userId="" providerId="Windows Live" clId="Web-{8F5C7811-B134-EB44-BCC4-99096B859572}" dt="2025-12-04T17:20:25.243" v="202" actId="20577"/>
        <pc:sldMkLst>
          <pc:docMk/>
          <pc:sldMk cId="1847011753" sldId="256"/>
        </pc:sldMkLst>
        <pc:spChg chg="mod">
          <ac:chgData name="Guest User" userId="" providerId="Windows Live" clId="Web-{8F5C7811-B134-EB44-BCC4-99096B859572}" dt="2025-12-04T17:20:09.524" v="190" actId="20577"/>
          <ac:spMkLst>
            <pc:docMk/>
            <pc:sldMk cId="1847011753" sldId="256"/>
            <ac:spMk id="2" creationId="{A3D868CC-8465-5516-7EA4-4DD36A45931A}"/>
          </ac:spMkLst>
        </pc:spChg>
        <pc:spChg chg="mod">
          <ac:chgData name="Guest User" userId="" providerId="Windows Live" clId="Web-{8F5C7811-B134-EB44-BCC4-99096B859572}" dt="2025-12-04T17:20:25.243" v="202" actId="20577"/>
          <ac:spMkLst>
            <pc:docMk/>
            <pc:sldMk cId="1847011753" sldId="256"/>
            <ac:spMk id="3" creationId="{E0A7DD76-9038-4678-5651-AB5BD8E42AA5}"/>
          </ac:spMkLst>
        </pc:spChg>
      </pc:sldChg>
    </pc:docChg>
  </pc:docChgLst>
  <pc:docChgLst>
    <pc:chgData name="Guest User" providerId="Windows Live" clId="Web-{59174CF3-282A-AA77-408D-0BA51DB883D6}"/>
    <pc:docChg chg="addSld delSld modSld sldOrd">
      <pc:chgData name="Guest User" userId="" providerId="Windows Live" clId="Web-{59174CF3-282A-AA77-408D-0BA51DB883D6}" dt="2025-12-04T23:19:39.277" v="953"/>
      <pc:docMkLst>
        <pc:docMk/>
      </pc:docMkLst>
      <pc:sldChg chg="modSp">
        <pc:chgData name="Guest User" userId="" providerId="Windows Live" clId="Web-{59174CF3-282A-AA77-408D-0BA51DB883D6}" dt="2025-12-04T22:34:23.264" v="298"/>
        <pc:sldMkLst>
          <pc:docMk/>
          <pc:sldMk cId="1847011753" sldId="256"/>
        </pc:sldMkLst>
        <pc:spChg chg="mod">
          <ac:chgData name="Guest User" userId="" providerId="Windows Live" clId="Web-{59174CF3-282A-AA77-408D-0BA51DB883D6}" dt="2025-12-04T22:34:23.264" v="298"/>
          <ac:spMkLst>
            <pc:docMk/>
            <pc:sldMk cId="1847011753" sldId="256"/>
            <ac:spMk id="42" creationId="{943CAA20-3569-4189-9E48-239A229A86CA}"/>
          </ac:spMkLst>
        </pc:spChg>
        <pc:spChg chg="mod">
          <ac:chgData name="Guest User" userId="" providerId="Windows Live" clId="Web-{59174CF3-282A-AA77-408D-0BA51DB883D6}" dt="2025-12-04T22:34:18.998" v="297"/>
          <ac:spMkLst>
            <pc:docMk/>
            <pc:sldMk cId="1847011753" sldId="256"/>
            <ac:spMk id="44" creationId="{DA542B6D-E775-4832-91DC-2D20F857813A}"/>
          </ac:spMkLst>
        </pc:spChg>
      </pc:sldChg>
      <pc:sldChg chg="modSp">
        <pc:chgData name="Guest User" userId="" providerId="Windows Live" clId="Web-{59174CF3-282A-AA77-408D-0BA51DB883D6}" dt="2025-12-04T22:36:40.077" v="338"/>
        <pc:sldMkLst>
          <pc:docMk/>
          <pc:sldMk cId="1413868366" sldId="257"/>
        </pc:sldMkLst>
        <pc:spChg chg="mod">
          <ac:chgData name="Guest User" userId="" providerId="Windows Live" clId="Web-{59174CF3-282A-AA77-408D-0BA51DB883D6}" dt="2025-12-04T22:36:40.077" v="338"/>
          <ac:spMkLst>
            <pc:docMk/>
            <pc:sldMk cId="1413868366" sldId="257"/>
            <ac:spMk id="41" creationId="{743AA782-23D1-4521-8CAD-47662984AA08}"/>
          </ac:spMkLst>
        </pc:spChg>
        <pc:spChg chg="mod">
          <ac:chgData name="Guest User" userId="" providerId="Windows Live" clId="Web-{59174CF3-282A-AA77-408D-0BA51DB883D6}" dt="2025-12-04T22:35:05.248" v="314"/>
          <ac:spMkLst>
            <pc:docMk/>
            <pc:sldMk cId="1413868366" sldId="257"/>
            <ac:spMk id="42" creationId="{71877DBC-BB60-40F0-AC93-2ACDBAAE60CE}"/>
          </ac:spMkLst>
        </pc:spChg>
        <pc:graphicFrameChg chg="modGraphic">
          <ac:chgData name="Guest User" userId="" providerId="Windows Live" clId="Web-{59174CF3-282A-AA77-408D-0BA51DB883D6}" dt="2025-12-04T22:35:30.983" v="319"/>
          <ac:graphicFrameMkLst>
            <pc:docMk/>
            <pc:sldMk cId="1413868366" sldId="257"/>
            <ac:graphicFrameMk id="30" creationId="{61A3D59D-3FF8-C309-66B0-5B7D41146E8C}"/>
          </ac:graphicFrameMkLst>
        </pc:graphicFrameChg>
      </pc:sldChg>
      <pc:sldChg chg="modSp">
        <pc:chgData name="Guest User" userId="" providerId="Windows Live" clId="Web-{59174CF3-282A-AA77-408D-0BA51DB883D6}" dt="2025-12-04T22:36:33.468" v="336"/>
        <pc:sldMkLst>
          <pc:docMk/>
          <pc:sldMk cId="237846410" sldId="259"/>
        </pc:sldMkLst>
        <pc:spChg chg="mod">
          <ac:chgData name="Guest User" userId="" providerId="Windows Live" clId="Web-{59174CF3-282A-AA77-408D-0BA51DB883D6}" dt="2025-12-04T22:34:43.795" v="307"/>
          <ac:spMkLst>
            <pc:docMk/>
            <pc:sldMk cId="237846410" sldId="259"/>
            <ac:spMk id="2" creationId="{E660B7F5-BF46-B692-28ED-E388989DB2B0}"/>
          </ac:spMkLst>
        </pc:spChg>
        <pc:spChg chg="mod">
          <ac:chgData name="Guest User" userId="" providerId="Windows Live" clId="Web-{59174CF3-282A-AA77-408D-0BA51DB883D6}" dt="2025-12-04T22:34:43.795" v="305"/>
          <ac:spMkLst>
            <pc:docMk/>
            <pc:sldMk cId="237846410" sldId="259"/>
            <ac:spMk id="3" creationId="{0D0E5B83-565B-FB19-A15C-2F8CBD3E4164}"/>
          </ac:spMkLst>
        </pc:spChg>
        <pc:spChg chg="mod">
          <ac:chgData name="Guest User" userId="" providerId="Windows Live" clId="Web-{59174CF3-282A-AA77-408D-0BA51DB883D6}" dt="2025-12-04T22:36:33.468" v="336"/>
          <ac:spMkLst>
            <pc:docMk/>
            <pc:sldMk cId="237846410" sldId="259"/>
            <ac:spMk id="23" creationId="{777A147A-9ED8-46B4-8660-1B3C2AA880B5}"/>
          </ac:spMkLst>
        </pc:spChg>
        <pc:spChg chg="mod">
          <ac:chgData name="Guest User" userId="" providerId="Windows Live" clId="Web-{59174CF3-282A-AA77-408D-0BA51DB883D6}" dt="2025-12-04T22:34:47.514" v="310"/>
          <ac:spMkLst>
            <pc:docMk/>
            <pc:sldMk cId="237846410" sldId="259"/>
            <ac:spMk id="25" creationId="{5D6C15A0-C087-4593-8414-2B4EC1CDC3DE}"/>
          </ac:spMkLst>
        </pc:spChg>
      </pc:sldChg>
      <pc:sldChg chg="modSp">
        <pc:chgData name="Guest User" userId="" providerId="Windows Live" clId="Web-{59174CF3-282A-AA77-408D-0BA51DB883D6}" dt="2025-12-04T22:36:44.140" v="339"/>
        <pc:sldMkLst>
          <pc:docMk/>
          <pc:sldMk cId="1020255271" sldId="260"/>
        </pc:sldMkLst>
        <pc:spChg chg="mod">
          <ac:chgData name="Guest User" userId="" providerId="Windows Live" clId="Web-{59174CF3-282A-AA77-408D-0BA51DB883D6}" dt="2025-12-04T22:36:44.140" v="339"/>
          <ac:spMkLst>
            <pc:docMk/>
            <pc:sldMk cId="1020255271" sldId="260"/>
            <ac:spMk id="14" creationId="{743AA782-23D1-4521-8CAD-47662984AA08}"/>
          </ac:spMkLst>
        </pc:spChg>
        <pc:spChg chg="mod">
          <ac:chgData name="Guest User" userId="" providerId="Windows Live" clId="Web-{59174CF3-282A-AA77-408D-0BA51DB883D6}" dt="2025-12-04T22:35:54.764" v="324"/>
          <ac:spMkLst>
            <pc:docMk/>
            <pc:sldMk cId="1020255271" sldId="260"/>
            <ac:spMk id="16" creationId="{71877DBC-BB60-40F0-AC93-2ACDBAAE60CE}"/>
          </ac:spMkLst>
        </pc:spChg>
      </pc:sldChg>
      <pc:sldChg chg="addSp delSp modSp">
        <pc:chgData name="Guest User" userId="" providerId="Windows Live" clId="Web-{59174CF3-282A-AA77-408D-0BA51DB883D6}" dt="2025-12-04T22:55:56.619" v="948"/>
        <pc:sldMkLst>
          <pc:docMk/>
          <pc:sldMk cId="3407559499" sldId="266"/>
        </pc:sldMkLst>
        <pc:spChg chg="mod">
          <ac:chgData name="Guest User" userId="" providerId="Windows Live" clId="Web-{59174CF3-282A-AA77-408D-0BA51DB883D6}" dt="2025-12-04T22:55:27.211" v="941" actId="20577"/>
          <ac:spMkLst>
            <pc:docMk/>
            <pc:sldMk cId="3407559499" sldId="266"/>
            <ac:spMk id="3" creationId="{3A3A3398-5533-0D28-8502-D3CBF1E40E31}"/>
          </ac:spMkLst>
        </pc:spChg>
        <pc:spChg chg="mod">
          <ac:chgData name="Guest User" userId="" providerId="Windows Live" clId="Web-{59174CF3-282A-AA77-408D-0BA51DB883D6}" dt="2025-12-04T22:55:56.619" v="948"/>
          <ac:spMkLst>
            <pc:docMk/>
            <pc:sldMk cId="3407559499" sldId="266"/>
            <ac:spMk id="8" creationId="{777A147A-9ED8-46B4-8660-1B3C2AA880B5}"/>
          </ac:spMkLst>
        </pc:spChg>
        <pc:spChg chg="mod">
          <ac:chgData name="Guest User" userId="" providerId="Windows Live" clId="Web-{59174CF3-282A-AA77-408D-0BA51DB883D6}" dt="2025-12-04T22:55:53.728" v="947"/>
          <ac:spMkLst>
            <pc:docMk/>
            <pc:sldMk cId="3407559499" sldId="266"/>
            <ac:spMk id="10" creationId="{5D6C15A0-C087-4593-8414-2B4EC1CDC3DE}"/>
          </ac:spMkLst>
        </pc:spChg>
      </pc:sldChg>
      <pc:sldChg chg="modSp">
        <pc:chgData name="Guest User" userId="" providerId="Windows Live" clId="Web-{59174CF3-282A-AA77-408D-0BA51DB883D6}" dt="2025-12-04T22:36:37.234" v="337"/>
        <pc:sldMkLst>
          <pc:docMk/>
          <pc:sldMk cId="1928794465" sldId="269"/>
        </pc:sldMkLst>
        <pc:spChg chg="mod">
          <ac:chgData name="Guest User" userId="" providerId="Windows Live" clId="Web-{59174CF3-282A-AA77-408D-0BA51DB883D6}" dt="2025-12-04T22:36:37.234" v="337"/>
          <ac:spMkLst>
            <pc:docMk/>
            <pc:sldMk cId="1928794465" sldId="269"/>
            <ac:spMk id="22" creationId="{100EDD19-6802-4EC3-95CE-CFFAB042CFD6}"/>
          </ac:spMkLst>
        </pc:spChg>
        <pc:spChg chg="mod">
          <ac:chgData name="Guest User" userId="" providerId="Windows Live" clId="Web-{59174CF3-282A-AA77-408D-0BA51DB883D6}" dt="2025-12-04T22:35:02.076" v="312"/>
          <ac:spMkLst>
            <pc:docMk/>
            <pc:sldMk cId="1928794465" sldId="269"/>
            <ac:spMk id="24" creationId="{DB17E863-922E-4C26-BD64-E8FD41D28661}"/>
          </ac:spMkLst>
        </pc:spChg>
      </pc:sldChg>
      <pc:sldChg chg="modSp">
        <pc:chgData name="Guest User" userId="" providerId="Windows Live" clId="Web-{59174CF3-282A-AA77-408D-0BA51DB883D6}" dt="2025-12-04T22:35:48.546" v="322"/>
        <pc:sldMkLst>
          <pc:docMk/>
          <pc:sldMk cId="79475231" sldId="270"/>
        </pc:sldMkLst>
        <pc:spChg chg="mod">
          <ac:chgData name="Guest User" userId="" providerId="Windows Live" clId="Web-{59174CF3-282A-AA77-408D-0BA51DB883D6}" dt="2025-12-04T22:31:32.278" v="282"/>
          <ac:spMkLst>
            <pc:docMk/>
            <pc:sldMk cId="79475231" sldId="270"/>
            <ac:spMk id="3" creationId="{8EAE6C31-39BE-8C42-BAF9-0B9A2B7BF15C}"/>
          </ac:spMkLst>
        </pc:spChg>
        <pc:spChg chg="mod">
          <ac:chgData name="Guest User" userId="" providerId="Windows Live" clId="Web-{59174CF3-282A-AA77-408D-0BA51DB883D6}" dt="2025-12-04T22:33:10.279" v="285"/>
          <ac:spMkLst>
            <pc:docMk/>
            <pc:sldMk cId="79475231" sldId="270"/>
            <ac:spMk id="22" creationId="{100EDD19-6802-4EC3-95CE-CFFAB042CFD6}"/>
          </ac:spMkLst>
        </pc:spChg>
        <pc:spChg chg="mod">
          <ac:chgData name="Guest User" userId="" providerId="Windows Live" clId="Web-{59174CF3-282A-AA77-408D-0BA51DB883D6}" dt="2025-12-04T22:35:48.546" v="322"/>
          <ac:spMkLst>
            <pc:docMk/>
            <pc:sldMk cId="79475231" sldId="270"/>
            <ac:spMk id="24" creationId="{DB17E863-922E-4C26-BD64-E8FD41D28661}"/>
          </ac:spMkLst>
        </pc:spChg>
      </pc:sldChg>
      <pc:sldChg chg="modSp">
        <pc:chgData name="Guest User" userId="" providerId="Windows Live" clId="Web-{59174CF3-282A-AA77-408D-0BA51DB883D6}" dt="2025-12-04T22:47:20.189" v="787"/>
        <pc:sldMkLst>
          <pc:docMk/>
          <pc:sldMk cId="138065920" sldId="271"/>
        </pc:sldMkLst>
        <pc:spChg chg="mod">
          <ac:chgData name="Guest User" userId="" providerId="Windows Live" clId="Web-{59174CF3-282A-AA77-408D-0BA51DB883D6}" dt="2025-12-04T22:47:20.189" v="787"/>
          <ac:spMkLst>
            <pc:docMk/>
            <pc:sldMk cId="138065920" sldId="271"/>
            <ac:spMk id="2" creationId="{928618A5-B938-E8A7-306C-6DAA6E08FBB8}"/>
          </ac:spMkLst>
        </pc:spChg>
        <pc:spChg chg="mod">
          <ac:chgData name="Guest User" userId="" providerId="Windows Live" clId="Web-{59174CF3-282A-AA77-408D-0BA51DB883D6}" dt="2025-12-04T22:47:20.158" v="786"/>
          <ac:spMkLst>
            <pc:docMk/>
            <pc:sldMk cId="138065920" sldId="271"/>
            <ac:spMk id="38" creationId="{45D37F4E-DDB4-456B-97E0-9937730A039F}"/>
          </ac:spMkLst>
        </pc:spChg>
        <pc:spChg chg="mod">
          <ac:chgData name="Guest User" userId="" providerId="Windows Live" clId="Web-{59174CF3-282A-AA77-408D-0BA51DB883D6}" dt="2025-12-04T22:47:17.220" v="785"/>
          <ac:spMkLst>
            <pc:docMk/>
            <pc:sldMk cId="138065920" sldId="271"/>
            <ac:spMk id="40" creationId="{B2DD41CD-8F47-4F56-AD12-4E2FF7696987}"/>
          </ac:spMkLst>
        </pc:spChg>
      </pc:sldChg>
      <pc:sldChg chg="addSp delSp modSp ord">
        <pc:chgData name="Guest User" userId="" providerId="Windows Live" clId="Web-{59174CF3-282A-AA77-408D-0BA51DB883D6}" dt="2025-12-04T22:49:34.706" v="828" actId="20577"/>
        <pc:sldMkLst>
          <pc:docMk/>
          <pc:sldMk cId="2817664065" sldId="272"/>
        </pc:sldMkLst>
        <pc:spChg chg="mod">
          <ac:chgData name="Guest User" userId="" providerId="Windows Live" clId="Web-{59174CF3-282A-AA77-408D-0BA51DB883D6}" dt="2025-12-04T22:26:44.132" v="29"/>
          <ac:spMkLst>
            <pc:docMk/>
            <pc:sldMk cId="2817664065" sldId="272"/>
            <ac:spMk id="2" creationId="{86F00685-4940-C699-1AA1-DDDC5D02FB3B}"/>
          </ac:spMkLst>
        </pc:spChg>
        <pc:spChg chg="add mod">
          <ac:chgData name="Guest User" userId="" providerId="Windows Live" clId="Web-{59174CF3-282A-AA77-408D-0BA51DB883D6}" dt="2025-12-04T22:49:34.706" v="828" actId="20577"/>
          <ac:spMkLst>
            <pc:docMk/>
            <pc:sldMk cId="2817664065" sldId="272"/>
            <ac:spMk id="36" creationId="{42C0C86F-0968-821A-CAAC-50BE270FC492}"/>
          </ac:spMkLst>
        </pc:spChg>
        <pc:spChg chg="mod">
          <ac:chgData name="Guest User" userId="" providerId="Windows Live" clId="Web-{59174CF3-282A-AA77-408D-0BA51DB883D6}" dt="2025-12-04T22:36:47.999" v="341"/>
          <ac:spMkLst>
            <pc:docMk/>
            <pc:sldMk cId="2817664065" sldId="272"/>
            <ac:spMk id="41" creationId="{100EDD19-6802-4EC3-95CE-CFFAB042CFD6}"/>
          </ac:spMkLst>
        </pc:spChg>
        <pc:spChg chg="mod">
          <ac:chgData name="Guest User" userId="" providerId="Windows Live" clId="Web-{59174CF3-282A-AA77-408D-0BA51DB883D6}" dt="2025-12-04T22:35:59.718" v="326"/>
          <ac:spMkLst>
            <pc:docMk/>
            <pc:sldMk cId="2817664065" sldId="272"/>
            <ac:spMk id="43" creationId="{DB17E863-922E-4C26-BD64-E8FD41D28661}"/>
          </ac:spMkLst>
        </pc:spChg>
      </pc:sldChg>
      <pc:sldChg chg="modSp">
        <pc:chgData name="Guest User" userId="" providerId="Windows Live" clId="Web-{59174CF3-282A-AA77-408D-0BA51DB883D6}" dt="2025-12-04T22:37:01.109" v="345"/>
        <pc:sldMkLst>
          <pc:docMk/>
          <pc:sldMk cId="4287949683" sldId="273"/>
        </pc:sldMkLst>
        <pc:spChg chg="mod">
          <ac:chgData name="Guest User" userId="" providerId="Windows Live" clId="Web-{59174CF3-282A-AA77-408D-0BA51DB883D6}" dt="2025-12-04T22:37:01.109" v="345"/>
          <ac:spMkLst>
            <pc:docMk/>
            <pc:sldMk cId="4287949683" sldId="273"/>
            <ac:spMk id="22" creationId="{100EDD19-6802-4EC3-95CE-CFFAB042CFD6}"/>
          </ac:spMkLst>
        </pc:spChg>
        <pc:spChg chg="mod">
          <ac:chgData name="Guest User" userId="" providerId="Windows Live" clId="Web-{59174CF3-282A-AA77-408D-0BA51DB883D6}" dt="2025-12-04T22:36:16.452" v="334"/>
          <ac:spMkLst>
            <pc:docMk/>
            <pc:sldMk cId="4287949683" sldId="273"/>
            <ac:spMk id="24" creationId="{DB17E863-922E-4C26-BD64-E8FD41D28661}"/>
          </ac:spMkLst>
        </pc:spChg>
      </pc:sldChg>
      <pc:sldChg chg="addSp delSp modSp add replId">
        <pc:chgData name="Guest User" userId="" providerId="Windows Live" clId="Web-{59174CF3-282A-AA77-408D-0BA51DB883D6}" dt="2025-12-04T22:36:51.468" v="342"/>
        <pc:sldMkLst>
          <pc:docMk/>
          <pc:sldMk cId="3837333169" sldId="274"/>
        </pc:sldMkLst>
        <pc:spChg chg="mod">
          <ac:chgData name="Guest User" userId="" providerId="Windows Live" clId="Web-{59174CF3-282A-AA77-408D-0BA51DB883D6}" dt="2025-12-04T22:21:41.872" v="2" actId="20577"/>
          <ac:spMkLst>
            <pc:docMk/>
            <pc:sldMk cId="3837333169" sldId="274"/>
            <ac:spMk id="2" creationId="{B4734807-CF17-3484-6225-A6E3BFFC22D7}"/>
          </ac:spMkLst>
        </pc:spChg>
        <pc:spChg chg="mod">
          <ac:chgData name="Guest User" userId="" providerId="Windows Live" clId="Web-{59174CF3-282A-AA77-408D-0BA51DB883D6}" dt="2025-12-04T22:36:51.468" v="342"/>
          <ac:spMkLst>
            <pc:docMk/>
            <pc:sldMk cId="3837333169" sldId="274"/>
            <ac:spMk id="14" creationId="{2177A4E0-FBE8-7877-B452-574A4F786490}"/>
          </ac:spMkLst>
        </pc:spChg>
        <pc:spChg chg="mod">
          <ac:chgData name="Guest User" userId="" providerId="Windows Live" clId="Web-{59174CF3-282A-AA77-408D-0BA51DB883D6}" dt="2025-12-04T22:36:04.218" v="328"/>
          <ac:spMkLst>
            <pc:docMk/>
            <pc:sldMk cId="3837333169" sldId="274"/>
            <ac:spMk id="16" creationId="{71DB0097-C627-6CCD-656E-BA4DE9AE7138}"/>
          </ac:spMkLst>
        </pc:spChg>
        <pc:graphicFrameChg chg="modGraphic">
          <ac:chgData name="Guest User" userId="" providerId="Windows Live" clId="Web-{59174CF3-282A-AA77-408D-0BA51DB883D6}" dt="2025-12-04T22:30:07.448" v="271" actId="20577"/>
          <ac:graphicFrameMkLst>
            <pc:docMk/>
            <pc:sldMk cId="3837333169" sldId="274"/>
            <ac:graphicFrameMk id="7" creationId="{6008CEBF-5CC7-95C3-F6E3-C188ECDC0238}"/>
          </ac:graphicFrameMkLst>
        </pc:graphicFrameChg>
      </pc:sldChg>
      <pc:sldChg chg="modSp">
        <pc:chgData name="Guest User" userId="" providerId="Windows Live" clId="Web-{59174CF3-282A-AA77-408D-0BA51DB883D6}" dt="2025-12-04T22:36:58.374" v="344"/>
        <pc:sldMkLst>
          <pc:docMk/>
          <pc:sldMk cId="1925752996" sldId="275"/>
        </pc:sldMkLst>
        <pc:spChg chg="mod">
          <ac:chgData name="Guest User" userId="" providerId="Windows Live" clId="Web-{59174CF3-282A-AA77-408D-0BA51DB883D6}" dt="2025-12-04T22:36:58.374" v="344"/>
          <ac:spMkLst>
            <pc:docMk/>
            <pc:sldMk cId="1925752996" sldId="275"/>
            <ac:spMk id="13" creationId="{2B97F24A-32CE-4C1C-A50D-3016B394DCFB}"/>
          </ac:spMkLst>
        </pc:spChg>
        <pc:spChg chg="mod">
          <ac:chgData name="Guest User" userId="" providerId="Windows Live" clId="Web-{59174CF3-282A-AA77-408D-0BA51DB883D6}" dt="2025-12-04T22:36:12.624" v="332"/>
          <ac:spMkLst>
            <pc:docMk/>
            <pc:sldMk cId="1925752996" sldId="275"/>
            <ac:spMk id="15" creationId="{CD8B4F24-440B-49E9-B85D-733523DC064B}"/>
          </ac:spMkLst>
        </pc:spChg>
      </pc:sldChg>
      <pc:sldChg chg="modSp">
        <pc:chgData name="Guest User" userId="" providerId="Windows Live" clId="Web-{59174CF3-282A-AA77-408D-0BA51DB883D6}" dt="2025-12-04T23:14:37.285" v="951"/>
        <pc:sldMkLst>
          <pc:docMk/>
          <pc:sldMk cId="1186746505" sldId="276"/>
        </pc:sldMkLst>
      </pc:sldChg>
      <pc:sldChg chg="modSp">
        <pc:chgData name="Guest User" userId="" providerId="Windows Live" clId="Web-{59174CF3-282A-AA77-408D-0BA51DB883D6}" dt="2025-12-04T23:14:44.583" v="952"/>
        <pc:sldMkLst>
          <pc:docMk/>
          <pc:sldMk cId="3499772206" sldId="277"/>
        </pc:sldMkLst>
      </pc:sldChg>
    </pc:docChg>
  </pc:docChgLst>
  <pc:docChgLst>
    <pc:chgData name="Guest User" providerId="Windows Live" clId="Web-{CFA1114C-7466-7A43-64AC-E52FE4E54B05}"/>
    <pc:docChg chg="addSld delSld modSld">
      <pc:chgData name="Guest User" userId="" providerId="Windows Live" clId="Web-{CFA1114C-7466-7A43-64AC-E52FE4E54B05}" dt="2025-12-08T00:19:09.456" v="42" actId="20577"/>
      <pc:docMkLst>
        <pc:docMk/>
      </pc:docMkLst>
      <pc:sldChg chg="modSp">
        <pc:chgData name="Guest User" userId="" providerId="Windows Live" clId="Web-{CFA1114C-7466-7A43-64AC-E52FE4E54B05}" dt="2025-12-08T00:16:58.622" v="15" actId="20577"/>
        <pc:sldMkLst>
          <pc:docMk/>
          <pc:sldMk cId="3407559499" sldId="266"/>
        </pc:sldMkLst>
        <pc:spChg chg="mod">
          <ac:chgData name="Guest User" userId="" providerId="Windows Live" clId="Web-{CFA1114C-7466-7A43-64AC-E52FE4E54B05}" dt="2025-12-08T00:16:58.622" v="15" actId="20577"/>
          <ac:spMkLst>
            <pc:docMk/>
            <pc:sldMk cId="3407559499" sldId="266"/>
            <ac:spMk id="3" creationId="{3A3A3398-5533-0D28-8502-D3CBF1E40E31}"/>
          </ac:spMkLst>
        </pc:spChg>
      </pc:sldChg>
      <pc:sldChg chg="del">
        <pc:chgData name="Guest User" userId="" providerId="Windows Live" clId="Web-{CFA1114C-7466-7A43-64AC-E52FE4E54B05}" dt="2025-12-08T00:17:56.890" v="16"/>
        <pc:sldMkLst>
          <pc:docMk/>
          <pc:sldMk cId="3202071238" sldId="283"/>
        </pc:sldMkLst>
      </pc:sldChg>
      <pc:sldChg chg="addSp delSp modSp new">
        <pc:chgData name="Guest User" userId="" providerId="Windows Live" clId="Web-{CFA1114C-7466-7A43-64AC-E52FE4E54B05}" dt="2025-12-08T00:19:09.456" v="42" actId="20577"/>
        <pc:sldMkLst>
          <pc:docMk/>
          <pc:sldMk cId="2538322078" sldId="286"/>
        </pc:sldMkLst>
        <pc:spChg chg="mod">
          <ac:chgData name="Guest User" userId="" providerId="Windows Live" clId="Web-{CFA1114C-7466-7A43-64AC-E52FE4E54B05}" dt="2025-12-08T00:19:04.924" v="40" actId="20577"/>
          <ac:spMkLst>
            <pc:docMk/>
            <pc:sldMk cId="2538322078" sldId="286"/>
            <ac:spMk id="2" creationId="{850EF815-A28A-413B-06FC-C9BB5048F81E}"/>
          </ac:spMkLst>
        </pc:spChg>
        <pc:spChg chg="mod">
          <ac:chgData name="Guest User" userId="" providerId="Windows Live" clId="Web-{CFA1114C-7466-7A43-64AC-E52FE4E54B05}" dt="2025-12-08T00:19:09.456" v="42" actId="20577"/>
          <ac:spMkLst>
            <pc:docMk/>
            <pc:sldMk cId="2538322078" sldId="286"/>
            <ac:spMk id="3" creationId="{20B011F1-486F-C005-1B29-7B8C9308A8EB}"/>
          </ac:spMkLst>
        </pc:spChg>
        <pc:spChg chg="add">
          <ac:chgData name="Guest User" userId="" providerId="Windows Live" clId="Web-{CFA1114C-7466-7A43-64AC-E52FE4E54B05}" dt="2025-12-08T00:18:09.219" v="18"/>
          <ac:spMkLst>
            <pc:docMk/>
            <pc:sldMk cId="2538322078" sldId="286"/>
            <ac:spMk id="5" creationId="{171D31F0-0145-8B5A-6A24-6DF9EACBA684}"/>
          </ac:spMkLst>
        </pc:spChg>
        <pc:spChg chg="add del mod">
          <ac:chgData name="Guest User" userId="" providerId="Windows Live" clId="Web-{CFA1114C-7466-7A43-64AC-E52FE4E54B05}" dt="2025-12-08T00:18:16.704" v="23"/>
          <ac:spMkLst>
            <pc:docMk/>
            <pc:sldMk cId="2538322078" sldId="286"/>
            <ac:spMk id="7" creationId="{3B16BD33-09CD-3269-F94A-FC5ECBE393F5}"/>
          </ac:spMkLst>
        </pc:spChg>
        <pc:spChg chg="add">
          <ac:chgData name="Guest User" userId="" providerId="Windows Live" clId="Web-{CFA1114C-7466-7A43-64AC-E52FE4E54B05}" dt="2025-12-08T00:18:09.250" v="20"/>
          <ac:spMkLst>
            <pc:docMk/>
            <pc:sldMk cId="2538322078" sldId="286"/>
            <ac:spMk id="9" creationId="{89056F5F-7D88-0929-5F76-D937BE037876}"/>
          </ac:spMkLst>
        </pc:spChg>
      </pc:sldChg>
    </pc:docChg>
  </pc:docChgLst>
  <pc:docChgLst>
    <pc:chgData name="Collin Tice" userId="786ba182d8eb1f47" providerId="Windows Live" clId="Web-{57009ABB-1D1B-3A61-80A6-57A5436839A2}"/>
    <pc:docChg chg="modSld">
      <pc:chgData name="Collin Tice" userId="786ba182d8eb1f47" providerId="Windows Live" clId="Web-{57009ABB-1D1B-3A61-80A6-57A5436839A2}" dt="2025-12-05T21:01:04.736" v="25" actId="14100"/>
      <pc:docMkLst>
        <pc:docMk/>
      </pc:docMkLst>
      <pc:sldChg chg="addSp delSp modSp">
        <pc:chgData name="Collin Tice" userId="786ba182d8eb1f47" providerId="Windows Live" clId="Web-{57009ABB-1D1B-3A61-80A6-57A5436839A2}" dt="2025-12-05T20:59:20.795" v="5" actId="1076"/>
        <pc:sldMkLst>
          <pc:docMk/>
          <pc:sldMk cId="1413868366" sldId="257"/>
        </pc:sldMkLst>
        <pc:picChg chg="add mod">
          <ac:chgData name="Collin Tice" userId="786ba182d8eb1f47" providerId="Windows Live" clId="Web-{57009ABB-1D1B-3A61-80A6-57A5436839A2}" dt="2025-12-05T20:59:20.795" v="5" actId="1076"/>
          <ac:picMkLst>
            <pc:docMk/>
            <pc:sldMk cId="1413868366" sldId="257"/>
            <ac:picMk id="14" creationId="{C833BFDA-59AB-0888-8DE0-6AC4A1C2D5FA}"/>
          </ac:picMkLst>
        </pc:picChg>
      </pc:sldChg>
      <pc:sldChg chg="addSp delSp modSp">
        <pc:chgData name="Collin Tice" userId="786ba182d8eb1f47" providerId="Windows Live" clId="Web-{57009ABB-1D1B-3A61-80A6-57A5436839A2}" dt="2025-12-05T20:59:55.953" v="10" actId="1076"/>
        <pc:sldMkLst>
          <pc:docMk/>
          <pc:sldMk cId="1020255271" sldId="260"/>
        </pc:sldMkLst>
        <pc:picChg chg="add mod">
          <ac:chgData name="Collin Tice" userId="786ba182d8eb1f47" providerId="Windows Live" clId="Web-{57009ABB-1D1B-3A61-80A6-57A5436839A2}" dt="2025-12-05T20:59:55.953" v="10" actId="1076"/>
          <ac:picMkLst>
            <pc:docMk/>
            <pc:sldMk cId="1020255271" sldId="260"/>
            <ac:picMk id="17" creationId="{BA25079C-0E59-F8DC-5E27-5812A15C35E6}"/>
          </ac:picMkLst>
        </pc:picChg>
      </pc:sldChg>
      <pc:sldChg chg="addSp delSp modSp">
        <pc:chgData name="Collin Tice" userId="786ba182d8eb1f47" providerId="Windows Live" clId="Web-{57009ABB-1D1B-3A61-80A6-57A5436839A2}" dt="2025-12-05T21:00:35.142" v="19" actId="14100"/>
        <pc:sldMkLst>
          <pc:docMk/>
          <pc:sldMk cId="3837333169" sldId="274"/>
        </pc:sldMkLst>
        <pc:picChg chg="add mod">
          <ac:chgData name="Collin Tice" userId="786ba182d8eb1f47" providerId="Windows Live" clId="Web-{57009ABB-1D1B-3A61-80A6-57A5436839A2}" dt="2025-12-05T21:00:35.142" v="19" actId="14100"/>
          <ac:picMkLst>
            <pc:docMk/>
            <pc:sldMk cId="3837333169" sldId="274"/>
            <ac:picMk id="17" creationId="{A00D4186-8048-369B-7DD5-A32EA8441AC4}"/>
          </ac:picMkLst>
        </pc:picChg>
      </pc:sldChg>
      <pc:sldChg chg="addSp delSp modSp">
        <pc:chgData name="Collin Tice" userId="786ba182d8eb1f47" providerId="Windows Live" clId="Web-{57009ABB-1D1B-3A61-80A6-57A5436839A2}" dt="2025-12-05T21:01:04.736" v="25" actId="14100"/>
        <pc:sldMkLst>
          <pc:docMk/>
          <pc:sldMk cId="1925752996" sldId="275"/>
        </pc:sldMkLst>
        <pc:picChg chg="add mod">
          <ac:chgData name="Collin Tice" userId="786ba182d8eb1f47" providerId="Windows Live" clId="Web-{57009ABB-1D1B-3A61-80A6-57A5436839A2}" dt="2025-12-05T21:01:04.736" v="25" actId="14100"/>
          <ac:picMkLst>
            <pc:docMk/>
            <pc:sldMk cId="1925752996" sldId="275"/>
            <ac:picMk id="17" creationId="{1D93B4B7-D266-C362-07AF-1F32E752448A}"/>
          </ac:picMkLst>
        </pc:picChg>
      </pc:sldChg>
    </pc:docChg>
  </pc:docChgLst>
  <pc:docChgLst>
    <pc:chgData name="Guest User" providerId="Windows Live" clId="Web-{C035AAF3-D662-2D37-B96A-280384BB32CB}"/>
    <pc:docChg chg="addSld modSld">
      <pc:chgData name="Guest User" userId="" providerId="Windows Live" clId="Web-{C035AAF3-D662-2D37-B96A-280384BB32CB}" dt="2025-12-05T19:45:16.332" v="1126" actId="1076"/>
      <pc:docMkLst>
        <pc:docMk/>
      </pc:docMkLst>
      <pc:sldChg chg="addSp delSp modSp">
        <pc:chgData name="Guest User" userId="" providerId="Windows Live" clId="Web-{C035AAF3-D662-2D37-B96A-280384BB32CB}" dt="2025-12-05T19:45:16.332" v="1126" actId="1076"/>
        <pc:sldMkLst>
          <pc:docMk/>
          <pc:sldMk cId="1413868366" sldId="257"/>
        </pc:sldMkLst>
        <pc:graphicFrameChg chg="mod">
          <ac:chgData name="Guest User" userId="" providerId="Windows Live" clId="Web-{C035AAF3-D662-2D37-B96A-280384BB32CB}" dt="2025-12-05T19:25:34.634" v="934" actId="1076"/>
          <ac:graphicFrameMkLst>
            <pc:docMk/>
            <pc:sldMk cId="1413868366" sldId="257"/>
            <ac:graphicFrameMk id="30" creationId="{61A3D59D-3FF8-C309-66B0-5B7D41146E8C}"/>
          </ac:graphicFrameMkLst>
        </pc:graphicFrameChg>
      </pc:sldChg>
      <pc:sldChg chg="addSp delSp modSp">
        <pc:chgData name="Guest User" userId="" providerId="Windows Live" clId="Web-{C035AAF3-D662-2D37-B96A-280384BB32CB}" dt="2025-12-05T19:26:24.900" v="943" actId="1076"/>
        <pc:sldMkLst>
          <pc:docMk/>
          <pc:sldMk cId="1020255271" sldId="260"/>
        </pc:sldMkLst>
        <pc:spChg chg="mod">
          <ac:chgData name="Guest User" userId="" providerId="Windows Live" clId="Web-{C035AAF3-D662-2D37-B96A-280384BB32CB}" dt="2025-12-05T19:26:09.572" v="938"/>
          <ac:spMkLst>
            <pc:docMk/>
            <pc:sldMk cId="1020255271" sldId="260"/>
            <ac:spMk id="2" creationId="{242266BA-DC0F-8C1E-ED7E-D722A23654D9}"/>
          </ac:spMkLst>
        </pc:spChg>
        <pc:spChg chg="add del">
          <ac:chgData name="Guest User" userId="" providerId="Windows Live" clId="Web-{C035AAF3-D662-2D37-B96A-280384BB32CB}" dt="2025-12-05T19:26:09.572" v="938"/>
          <ac:spMkLst>
            <pc:docMk/>
            <pc:sldMk cId="1020255271" sldId="260"/>
            <ac:spMk id="14" creationId="{743AA782-23D1-4521-8CAD-47662984AA08}"/>
          </ac:spMkLst>
        </pc:spChg>
        <pc:spChg chg="add del">
          <ac:chgData name="Guest User" userId="" providerId="Windows Live" clId="Web-{C035AAF3-D662-2D37-B96A-280384BB32CB}" dt="2025-12-05T19:26:09.572" v="938"/>
          <ac:spMkLst>
            <pc:docMk/>
            <pc:sldMk cId="1020255271" sldId="260"/>
            <ac:spMk id="16" creationId="{71877DBC-BB60-40F0-AC93-2ACDBAAE60CE}"/>
          </ac:spMkLst>
        </pc:spChg>
        <pc:graphicFrameChg chg="mod ord modGraphic">
          <ac:chgData name="Guest User" userId="" providerId="Windows Live" clId="Web-{C035AAF3-D662-2D37-B96A-280384BB32CB}" dt="2025-12-05T19:26:09.572" v="938"/>
          <ac:graphicFrameMkLst>
            <pc:docMk/>
            <pc:sldMk cId="1020255271" sldId="260"/>
            <ac:graphicFrameMk id="7" creationId="{4D96FC61-A912-D4EB-4FBE-F3070212BAAA}"/>
          </ac:graphicFrameMkLst>
        </pc:graphicFrameChg>
      </pc:sldChg>
      <pc:sldChg chg="modSp">
        <pc:chgData name="Guest User" userId="" providerId="Windows Live" clId="Web-{C035AAF3-D662-2D37-B96A-280384BB32CB}" dt="2025-12-05T18:58:04.885" v="928" actId="20577"/>
        <pc:sldMkLst>
          <pc:docMk/>
          <pc:sldMk cId="3407559499" sldId="266"/>
        </pc:sldMkLst>
        <pc:spChg chg="mod">
          <ac:chgData name="Guest User" userId="" providerId="Windows Live" clId="Web-{C035AAF3-D662-2D37-B96A-280384BB32CB}" dt="2025-12-05T18:58:04.885" v="928" actId="20577"/>
          <ac:spMkLst>
            <pc:docMk/>
            <pc:sldMk cId="3407559499" sldId="266"/>
            <ac:spMk id="3" creationId="{3A3A3398-5533-0D28-8502-D3CBF1E40E31}"/>
          </ac:spMkLst>
        </pc:spChg>
      </pc:sldChg>
      <pc:sldChg chg="modSp">
        <pc:chgData name="Guest User" userId="" providerId="Windows Live" clId="Web-{C035AAF3-D662-2D37-B96A-280384BB32CB}" dt="2025-12-04T22:51:36.682" v="602" actId="20577"/>
        <pc:sldMkLst>
          <pc:docMk/>
          <pc:sldMk cId="1928794465" sldId="269"/>
        </pc:sldMkLst>
        <pc:spChg chg="mod">
          <ac:chgData name="Guest User" userId="" providerId="Windows Live" clId="Web-{C035AAF3-D662-2D37-B96A-280384BB32CB}" dt="2025-12-04T22:51:36.682" v="602" actId="20577"/>
          <ac:spMkLst>
            <pc:docMk/>
            <pc:sldMk cId="1928794465" sldId="269"/>
            <ac:spMk id="3" creationId="{02A4D91B-6CED-E7BB-2D50-3D91AF3B3D30}"/>
          </ac:spMkLst>
        </pc:spChg>
      </pc:sldChg>
      <pc:sldChg chg="addSp delSp modSp">
        <pc:chgData name="Guest User" userId="" providerId="Windows Live" clId="Web-{C035AAF3-D662-2D37-B96A-280384BB32CB}" dt="2025-12-05T19:27:14.806" v="950" actId="1076"/>
        <pc:sldMkLst>
          <pc:docMk/>
          <pc:sldMk cId="3837333169" sldId="274"/>
        </pc:sldMkLst>
        <pc:graphicFrameChg chg="mod">
          <ac:chgData name="Guest User" userId="" providerId="Windows Live" clId="Web-{C035AAF3-D662-2D37-B96A-280384BB32CB}" dt="2025-12-05T19:27:14.806" v="950" actId="1076"/>
          <ac:graphicFrameMkLst>
            <pc:docMk/>
            <pc:sldMk cId="3837333169" sldId="274"/>
            <ac:graphicFrameMk id="7" creationId="{6008CEBF-5CC7-95C3-F6E3-C188ECDC0238}"/>
          </ac:graphicFrameMkLst>
        </pc:graphicFrameChg>
      </pc:sldChg>
      <pc:sldChg chg="addSp delSp modSp">
        <pc:chgData name="Guest User" userId="" providerId="Windows Live" clId="Web-{C035AAF3-D662-2D37-B96A-280384BB32CB}" dt="2025-12-05T19:28:19.430" v="960" actId="1076"/>
        <pc:sldMkLst>
          <pc:docMk/>
          <pc:sldMk cId="1925752996" sldId="275"/>
        </pc:sldMkLst>
        <pc:graphicFrameChg chg="mod">
          <ac:chgData name="Guest User" userId="" providerId="Windows Live" clId="Web-{C035AAF3-D662-2D37-B96A-280384BB32CB}" dt="2025-12-05T19:28:13.149" v="958" actId="1076"/>
          <ac:graphicFrameMkLst>
            <pc:docMk/>
            <pc:sldMk cId="1925752996" sldId="275"/>
            <ac:graphicFrameMk id="10" creationId="{785CB92B-2CF5-E38B-EC10-FABC4F64C3C8}"/>
          </ac:graphicFrameMkLst>
        </pc:graphicFrameChg>
      </pc:sldChg>
      <pc:sldChg chg="addSp modSp new mod setBg">
        <pc:chgData name="Guest User" userId="" providerId="Windows Live" clId="Web-{C035AAF3-D662-2D37-B96A-280384BB32CB}" dt="2025-12-04T22:59:44.131" v="805" actId="14100"/>
        <pc:sldMkLst>
          <pc:docMk/>
          <pc:sldMk cId="1186746505" sldId="276"/>
        </pc:sldMkLst>
        <pc:spChg chg="mod">
          <ac:chgData name="Guest User" userId="" providerId="Windows Live" clId="Web-{C035AAF3-D662-2D37-B96A-280384BB32CB}" dt="2025-12-04T22:58:34.944" v="759"/>
          <ac:spMkLst>
            <pc:docMk/>
            <pc:sldMk cId="1186746505" sldId="276"/>
            <ac:spMk id="2" creationId="{C4CA8223-36AE-859D-ABCC-BF1B81073730}"/>
          </ac:spMkLst>
        </pc:spChg>
        <pc:spChg chg="mod">
          <ac:chgData name="Guest User" userId="" providerId="Windows Live" clId="Web-{C035AAF3-D662-2D37-B96A-280384BB32CB}" dt="2025-12-04T22:59:44.131" v="805" actId="14100"/>
          <ac:spMkLst>
            <pc:docMk/>
            <pc:sldMk cId="1186746505" sldId="276"/>
            <ac:spMk id="3" creationId="{55E1B1FF-3916-64AD-22E7-7D664B320C2D}"/>
          </ac:spMkLst>
        </pc:spChg>
      </pc:sldChg>
    </pc:docChg>
  </pc:docChgLst>
  <pc:docChgLst>
    <pc:chgData name="Guest User" providerId="Windows Live" clId="Web-{7932D68B-7BEB-0602-E4D0-8948E3CF8D15}"/>
    <pc:docChg chg="mod addSld delSld modSld addSection delSection">
      <pc:chgData name="Guest User" userId="" providerId="Windows Live" clId="Web-{7932D68B-7BEB-0602-E4D0-8948E3CF8D15}" dt="2025-12-05T20:15:36.653" v="154"/>
      <pc:docMkLst>
        <pc:docMk/>
      </pc:docMkLst>
      <pc:sldChg chg="modSp">
        <pc:chgData name="Guest User" userId="" providerId="Windows Live" clId="Web-{7932D68B-7BEB-0602-E4D0-8948E3CF8D15}" dt="2025-12-05T19:56:21.041" v="53" actId="20577"/>
        <pc:sldMkLst>
          <pc:docMk/>
          <pc:sldMk cId="1864730900" sldId="258"/>
        </pc:sldMkLst>
        <pc:graphicFrameChg chg="mod modGraphic">
          <ac:chgData name="Guest User" userId="" providerId="Windows Live" clId="Web-{7932D68B-7BEB-0602-E4D0-8948E3CF8D15}" dt="2025-12-05T19:56:21.041" v="53" actId="20577"/>
          <ac:graphicFrameMkLst>
            <pc:docMk/>
            <pc:sldMk cId="1864730900" sldId="258"/>
            <ac:graphicFrameMk id="5" creationId="{461ECB1F-6B54-0270-18BE-92F37DC82E9F}"/>
          </ac:graphicFrameMkLst>
        </pc:graphicFrameChg>
      </pc:sldChg>
      <pc:sldChg chg="modSp">
        <pc:chgData name="Guest User" userId="" providerId="Windows Live" clId="Web-{7932D68B-7BEB-0602-E4D0-8948E3CF8D15}" dt="2025-12-05T20:09:36.814" v="114" actId="20577"/>
        <pc:sldMkLst>
          <pc:docMk/>
          <pc:sldMk cId="3407559499" sldId="266"/>
        </pc:sldMkLst>
        <pc:spChg chg="mod">
          <ac:chgData name="Guest User" userId="" providerId="Windows Live" clId="Web-{7932D68B-7BEB-0602-E4D0-8948E3CF8D15}" dt="2025-12-05T20:09:36.814" v="114" actId="20577"/>
          <ac:spMkLst>
            <pc:docMk/>
            <pc:sldMk cId="3407559499" sldId="266"/>
            <ac:spMk id="3" creationId="{3A3A3398-5533-0D28-8502-D3CBF1E40E31}"/>
          </ac:spMkLst>
        </pc:spChg>
      </pc:sldChg>
      <pc:sldChg chg="modSp">
        <pc:chgData name="Guest User" userId="" providerId="Windows Live" clId="Web-{7932D68B-7BEB-0602-E4D0-8948E3CF8D15}" dt="2025-12-05T19:55:45.042" v="4" actId="20577"/>
        <pc:sldMkLst>
          <pc:docMk/>
          <pc:sldMk cId="2817664065" sldId="272"/>
        </pc:sldMkLst>
        <pc:spChg chg="mod">
          <ac:chgData name="Guest User" userId="" providerId="Windows Live" clId="Web-{7932D68B-7BEB-0602-E4D0-8948E3CF8D15}" dt="2025-12-05T19:55:45.042" v="4" actId="20577"/>
          <ac:spMkLst>
            <pc:docMk/>
            <pc:sldMk cId="2817664065" sldId="272"/>
            <ac:spMk id="36" creationId="{42C0C86F-0968-821A-CAAC-50BE270FC492}"/>
          </ac:spMkLst>
        </pc:spChg>
      </pc:sldChg>
      <pc:sldChg chg="modSp">
        <pc:chgData name="Guest User" userId="" providerId="Windows Live" clId="Web-{7932D68B-7BEB-0602-E4D0-8948E3CF8D15}" dt="2025-12-05T19:56:43.697" v="54"/>
        <pc:sldMkLst>
          <pc:docMk/>
          <pc:sldMk cId="1335120177" sldId="278"/>
        </pc:sldMkLst>
        <pc:spChg chg="mod">
          <ac:chgData name="Guest User" userId="" providerId="Windows Live" clId="Web-{7932D68B-7BEB-0602-E4D0-8948E3CF8D15}" dt="2025-12-05T19:56:43.697" v="54"/>
          <ac:spMkLst>
            <pc:docMk/>
            <pc:sldMk cId="1335120177" sldId="278"/>
            <ac:spMk id="10" creationId="{DB17E863-922E-4C26-BD64-E8FD41D28661}"/>
          </ac:spMkLst>
        </pc:spChg>
      </pc:sldChg>
      <pc:sldChg chg="modSp">
        <pc:chgData name="Guest User" userId="" providerId="Windows Live" clId="Web-{7932D68B-7BEB-0602-E4D0-8948E3CF8D15}" dt="2025-12-05T20:06:47.347" v="83"/>
        <pc:sldMkLst>
          <pc:docMk/>
          <pc:sldMk cId="2348872667" sldId="279"/>
        </pc:sldMkLst>
      </pc:sldChg>
      <pc:sldChg chg="modSp">
        <pc:chgData name="Guest User" userId="" providerId="Windows Live" clId="Web-{7932D68B-7BEB-0602-E4D0-8948E3CF8D15}" dt="2025-12-05T20:06:41.019" v="82"/>
        <pc:sldMkLst>
          <pc:docMk/>
          <pc:sldMk cId="2176888968" sldId="280"/>
        </pc:sldMkLst>
      </pc:sldChg>
      <pc:sldChg chg="modSp">
        <pc:chgData name="Guest User" userId="" providerId="Windows Live" clId="Web-{7932D68B-7BEB-0602-E4D0-8948E3CF8D15}" dt="2025-12-05T20:06:51.879" v="84"/>
        <pc:sldMkLst>
          <pc:docMk/>
          <pc:sldMk cId="1154776226" sldId="281"/>
        </pc:sldMkLst>
        <pc:spChg chg="mod">
          <ac:chgData name="Guest User" userId="" providerId="Windows Live" clId="Web-{7932D68B-7BEB-0602-E4D0-8948E3CF8D15}" dt="2025-12-05T20:06:51.879" v="84"/>
          <ac:spMkLst>
            <pc:docMk/>
            <pc:sldMk cId="1154776226" sldId="281"/>
            <ac:spMk id="17" creationId="{D6A9C53F-5F90-40A5-8C85-5412D39C8C68}"/>
          </ac:spMkLst>
        </pc:spChg>
      </pc:sldChg>
      <pc:sldChg chg="addSp delSp modSp new mod setBg">
        <pc:chgData name="Guest User" userId="" providerId="Windows Live" clId="Web-{7932D68B-7BEB-0602-E4D0-8948E3CF8D15}" dt="2025-12-05T20:03:39.397" v="79"/>
        <pc:sldMkLst>
          <pc:docMk/>
          <pc:sldMk cId="3255188934" sldId="282"/>
        </pc:sldMkLst>
        <pc:spChg chg="mod">
          <ac:chgData name="Guest User" userId="" providerId="Windows Live" clId="Web-{7932D68B-7BEB-0602-E4D0-8948E3CF8D15}" dt="2025-12-05T20:03:26.475" v="75"/>
          <ac:spMkLst>
            <pc:docMk/>
            <pc:sldMk cId="3255188934" sldId="282"/>
            <ac:spMk id="2" creationId="{974D5EC6-8D18-178C-985D-6441019C65C2}"/>
          </ac:spMkLst>
        </pc:spChg>
        <pc:spChg chg="add">
          <ac:chgData name="Guest User" userId="" providerId="Windows Live" clId="Web-{7932D68B-7BEB-0602-E4D0-8948E3CF8D15}" dt="2025-12-05T20:03:26.475" v="75"/>
          <ac:spMkLst>
            <pc:docMk/>
            <pc:sldMk cId="3255188934" sldId="282"/>
            <ac:spMk id="23" creationId="{A3363022-C969-41E9-8EB2-E4C94908C1FA}"/>
          </ac:spMkLst>
        </pc:spChg>
        <pc:spChg chg="add">
          <ac:chgData name="Guest User" userId="" providerId="Windows Live" clId="Web-{7932D68B-7BEB-0602-E4D0-8948E3CF8D15}" dt="2025-12-05T20:03:26.475" v="75"/>
          <ac:spMkLst>
            <pc:docMk/>
            <pc:sldMk cId="3255188934" sldId="282"/>
            <ac:spMk id="24" creationId="{8D1AD6B3-BE88-4CEB-BA17-790657CC4729}"/>
          </ac:spMkLst>
        </pc:spChg>
        <pc:grpChg chg="add">
          <ac:chgData name="Guest User" userId="" providerId="Windows Live" clId="Web-{7932D68B-7BEB-0602-E4D0-8948E3CF8D15}" dt="2025-12-05T20:03:26.475" v="75"/>
          <ac:grpSpMkLst>
            <pc:docMk/>
            <pc:sldMk cId="3255188934" sldId="282"/>
            <ac:grpSpMk id="26" creationId="{89D1390B-7E13-4B4F-9CB2-391063412E54}"/>
          </ac:grpSpMkLst>
        </pc:grpChg>
        <pc:picChg chg="add mod">
          <ac:chgData name="Guest User" userId="" providerId="Windows Live" clId="Web-{7932D68B-7BEB-0602-E4D0-8948E3CF8D15}" dt="2025-12-05T20:03:39.397" v="79"/>
          <ac:picMkLst>
            <pc:docMk/>
            <pc:sldMk cId="3255188934" sldId="282"/>
            <ac:picMk id="25" creationId="{5E713319-0906-55C5-8CC7-323CD4C86081}"/>
          </ac:picMkLst>
        </pc:picChg>
      </pc:sldChg>
    </pc:docChg>
  </pc:docChgLst>
  <pc:docChgLst>
    <pc:chgData name="Guest User" providerId="Windows Live" clId="Web-{2CCCEEB0-06E6-50D9-E48A-7340101F2BE8}"/>
    <pc:docChg chg="modSld">
      <pc:chgData name="Guest User" userId="" providerId="Windows Live" clId="Web-{2CCCEEB0-06E6-50D9-E48A-7340101F2BE8}" dt="2025-12-05T20:06:45.284" v="47" actId="20577"/>
      <pc:docMkLst>
        <pc:docMk/>
      </pc:docMkLst>
      <pc:sldChg chg="modSp">
        <pc:chgData name="Guest User" userId="" providerId="Windows Live" clId="Web-{2CCCEEB0-06E6-50D9-E48A-7340101F2BE8}" dt="2025-12-05T20:06:45.284" v="47" actId="20577"/>
        <pc:sldMkLst>
          <pc:docMk/>
          <pc:sldMk cId="1186746505" sldId="276"/>
        </pc:sldMkLst>
        <pc:spChg chg="mod">
          <ac:chgData name="Guest User" userId="" providerId="Windows Live" clId="Web-{2CCCEEB0-06E6-50D9-E48A-7340101F2BE8}" dt="2025-12-05T20:06:45.284" v="47" actId="20577"/>
          <ac:spMkLst>
            <pc:docMk/>
            <pc:sldMk cId="1186746505" sldId="276"/>
            <ac:spMk id="3" creationId="{55E1B1FF-3916-64AD-22E7-7D664B320C2D}"/>
          </ac:spMkLst>
        </pc:spChg>
      </pc:sldChg>
      <pc:sldChg chg="addSp delSp modSp">
        <pc:chgData name="Guest User" userId="" providerId="Windows Live" clId="Web-{2CCCEEB0-06E6-50D9-E48A-7340101F2BE8}" dt="2025-12-05T19:54:36.797" v="26" actId="1076"/>
        <pc:sldMkLst>
          <pc:docMk/>
          <pc:sldMk cId="3499772206" sldId="277"/>
        </pc:sldMkLst>
      </pc:sldChg>
      <pc:sldChg chg="addSp delSp modSp">
        <pc:chgData name="Guest User" userId="" providerId="Windows Live" clId="Web-{2CCCEEB0-06E6-50D9-E48A-7340101F2BE8}" dt="2025-12-05T20:05:31.878" v="28" actId="1076"/>
        <pc:sldMkLst>
          <pc:docMk/>
          <pc:sldMk cId="1335120177" sldId="278"/>
        </pc:sldMkLst>
        <pc:picChg chg="add mod ord">
          <ac:chgData name="Guest User" userId="" providerId="Windows Live" clId="Web-{2CCCEEB0-06E6-50D9-E48A-7340101F2BE8}" dt="2025-12-05T20:05:31.878" v="28" actId="1076"/>
          <ac:picMkLst>
            <pc:docMk/>
            <pc:sldMk cId="1335120177" sldId="278"/>
            <ac:picMk id="4" creationId="{4A1D7C36-ACF5-A746-BBF3-DE0C347D9B68}"/>
          </ac:picMkLst>
        </pc:picChg>
      </pc:sldChg>
    </pc:docChg>
  </pc:docChgLst>
  <pc:docChgLst>
    <pc:chgData name="Guest User" providerId="Windows Live" clId="Web-{36E81EC9-DFF3-2F21-234D-9B1BFB8CB483}"/>
    <pc:docChg chg="addSld modSld">
      <pc:chgData name="Guest User" userId="" providerId="Windows Live" clId="Web-{36E81EC9-DFF3-2F21-234D-9B1BFB8CB483}" dt="2025-12-04T22:51:36.806" v="735" actId="20577"/>
      <pc:docMkLst>
        <pc:docMk/>
      </pc:docMkLst>
      <pc:sldChg chg="modSp">
        <pc:chgData name="Guest User" userId="" providerId="Windows Live" clId="Web-{36E81EC9-DFF3-2F21-234D-9B1BFB8CB483}" dt="2025-12-04T21:17:43.582" v="41" actId="20577"/>
        <pc:sldMkLst>
          <pc:docMk/>
          <pc:sldMk cId="1864730900" sldId="258"/>
        </pc:sldMkLst>
      </pc:sldChg>
      <pc:sldChg chg="addSp delSp modSp modNotes">
        <pc:chgData name="Guest User" userId="" providerId="Windows Live" clId="Web-{36E81EC9-DFF3-2F21-234D-9B1BFB8CB483}" dt="2025-12-04T22:51:36.806" v="735" actId="20577"/>
        <pc:sldMkLst>
          <pc:docMk/>
          <pc:sldMk cId="138065920" sldId="271"/>
        </pc:sldMkLst>
        <pc:spChg chg="mod">
          <ac:chgData name="Guest User" userId="" providerId="Windows Live" clId="Web-{36E81EC9-DFF3-2F21-234D-9B1BFB8CB483}" dt="2025-12-04T22:45:50.271" v="581"/>
          <ac:spMkLst>
            <pc:docMk/>
            <pc:sldMk cId="138065920" sldId="271"/>
            <ac:spMk id="2" creationId="{928618A5-B938-E8A7-306C-6DAA6E08FBB8}"/>
          </ac:spMkLst>
        </pc:spChg>
        <pc:spChg chg="mod ord">
          <ac:chgData name="Guest User" userId="" providerId="Windows Live" clId="Web-{36E81EC9-DFF3-2F21-234D-9B1BFB8CB483}" dt="2025-12-04T22:51:36.806" v="735" actId="20577"/>
          <ac:spMkLst>
            <pc:docMk/>
            <pc:sldMk cId="138065920" sldId="271"/>
            <ac:spMk id="3" creationId="{13E349CA-6ED6-C558-C726-D668BFA77370}"/>
          </ac:spMkLst>
        </pc:spChg>
        <pc:picChg chg="add mod">
          <ac:chgData name="Guest User" userId="" providerId="Windows Live" clId="Web-{36E81EC9-DFF3-2F21-234D-9B1BFB8CB483}" dt="2025-12-04T22:45:50.271" v="581"/>
          <ac:picMkLst>
            <pc:docMk/>
            <pc:sldMk cId="138065920" sldId="271"/>
            <ac:picMk id="4" creationId="{162E1F29-9164-91D4-91BD-54FB7BD1B434}"/>
          </ac:picMkLst>
        </pc:picChg>
      </pc:sldChg>
      <pc:sldChg chg="addSp delSp modSp new mod setBg modClrScheme chgLayout">
        <pc:chgData name="Guest User" userId="" providerId="Windows Live" clId="Web-{36E81EC9-DFF3-2F21-234D-9B1BFB8CB483}" dt="2025-12-04T22:31:23.158" v="211" actId="20577"/>
        <pc:sldMkLst>
          <pc:docMk/>
          <pc:sldMk cId="1925752996" sldId="275"/>
        </pc:sldMkLst>
        <pc:spChg chg="mod ord">
          <ac:chgData name="Guest User" userId="" providerId="Windows Live" clId="Web-{36E81EC9-DFF3-2F21-234D-9B1BFB8CB483}" dt="2025-12-04T22:29:42.986" v="100" actId="20577"/>
          <ac:spMkLst>
            <pc:docMk/>
            <pc:sldMk cId="1925752996" sldId="275"/>
            <ac:spMk id="2" creationId="{F41D3DE5-9F4E-80F0-B43C-CBACCBD84008}"/>
          </ac:spMkLst>
        </pc:spChg>
        <pc:spChg chg="add">
          <ac:chgData name="Guest User" userId="" providerId="Windows Live" clId="Web-{36E81EC9-DFF3-2F21-234D-9B1BFB8CB483}" dt="2025-12-04T22:26:37.001" v="66"/>
          <ac:spMkLst>
            <pc:docMk/>
            <pc:sldMk cId="1925752996" sldId="275"/>
            <ac:spMk id="13" creationId="{2B97F24A-32CE-4C1C-A50D-3016B394DCFB}"/>
          </ac:spMkLst>
        </pc:spChg>
        <pc:spChg chg="add">
          <ac:chgData name="Guest User" userId="" providerId="Windows Live" clId="Web-{36E81EC9-DFF3-2F21-234D-9B1BFB8CB483}" dt="2025-12-04T22:26:37.001" v="66"/>
          <ac:spMkLst>
            <pc:docMk/>
            <pc:sldMk cId="1925752996" sldId="275"/>
            <ac:spMk id="15" creationId="{CD8B4F24-440B-49E9-B85D-733523DC064B}"/>
          </ac:spMkLst>
        </pc:spChg>
        <pc:spChg chg="add mod">
          <ac:chgData name="Guest User" userId="" providerId="Windows Live" clId="Web-{36E81EC9-DFF3-2F21-234D-9B1BFB8CB483}" dt="2025-12-04T22:30:31.220" v="117" actId="20577"/>
          <ac:spMkLst>
            <pc:docMk/>
            <pc:sldMk cId="1925752996" sldId="275"/>
            <ac:spMk id="83" creationId="{5DA1B785-3E1F-06C9-8AEC-8239D8EF15CC}"/>
          </ac:spMkLst>
        </pc:spChg>
        <pc:graphicFrameChg chg="add mod modGraphic">
          <ac:chgData name="Guest User" userId="" providerId="Windows Live" clId="Web-{36E81EC9-DFF3-2F21-234D-9B1BFB8CB483}" dt="2025-12-04T22:31:23.158" v="211" actId="20577"/>
          <ac:graphicFrameMkLst>
            <pc:docMk/>
            <pc:sldMk cId="1925752996" sldId="275"/>
            <ac:graphicFrameMk id="10" creationId="{785CB92B-2CF5-E38B-EC10-FABC4F64C3C8}"/>
          </ac:graphicFrameMkLst>
        </pc:graphicFrameChg>
      </pc:sldChg>
    </pc:docChg>
  </pc:docChgLst>
  <pc:docChgLst>
    <pc:chgData name="Guest User" providerId="Windows Live" clId="Web-{F78BB90C-C2A0-CD2A-0A8F-4BADAD1B316A}"/>
    <pc:docChg chg="modSld">
      <pc:chgData name="Guest User" userId="" providerId="Windows Live" clId="Web-{F78BB90C-C2A0-CD2A-0A8F-4BADAD1B316A}" dt="2025-12-07T20:38:11.165" v="300" actId="1076"/>
      <pc:docMkLst>
        <pc:docMk/>
      </pc:docMkLst>
      <pc:sldChg chg="addSp delSp modSp">
        <pc:chgData name="Guest User" userId="" providerId="Windows Live" clId="Web-{F78BB90C-C2A0-CD2A-0A8F-4BADAD1B316A}" dt="2025-12-07T20:38:11.165" v="300" actId="1076"/>
        <pc:sldMkLst>
          <pc:docMk/>
          <pc:sldMk cId="4267833567" sldId="262"/>
        </pc:sldMkLst>
        <pc:spChg chg="add del">
          <ac:chgData name="Guest User" userId="" providerId="Windows Live" clId="Web-{F78BB90C-C2A0-CD2A-0A8F-4BADAD1B316A}" dt="2025-12-07T20:37:45.211" v="296"/>
          <ac:spMkLst>
            <pc:docMk/>
            <pc:sldMk cId="4267833567" sldId="262"/>
            <ac:spMk id="12" creationId="{2B97F24A-32CE-4C1C-A50D-3016B394DCFB}"/>
          </ac:spMkLst>
        </pc:spChg>
        <pc:spChg chg="add del">
          <ac:chgData name="Guest User" userId="" providerId="Windows Live" clId="Web-{F78BB90C-C2A0-CD2A-0A8F-4BADAD1B316A}" dt="2025-12-07T20:37:45.211" v="296"/>
          <ac:spMkLst>
            <pc:docMk/>
            <pc:sldMk cId="4267833567" sldId="262"/>
            <ac:spMk id="14" creationId="{CD8B4F24-440B-49E9-B85D-733523DC064B}"/>
          </ac:spMkLst>
        </pc:spChg>
        <pc:spChg chg="add del">
          <ac:chgData name="Guest User" userId="" providerId="Windows Live" clId="Web-{F78BB90C-C2A0-CD2A-0A8F-4BADAD1B316A}" dt="2025-12-07T20:37:45.211" v="296"/>
          <ac:spMkLst>
            <pc:docMk/>
            <pc:sldMk cId="4267833567" sldId="262"/>
            <ac:spMk id="19" creationId="{2B97F24A-32CE-4C1C-A50D-3016B394DCFB}"/>
          </ac:spMkLst>
        </pc:spChg>
        <pc:spChg chg="add del">
          <ac:chgData name="Guest User" userId="" providerId="Windows Live" clId="Web-{F78BB90C-C2A0-CD2A-0A8F-4BADAD1B316A}" dt="2025-12-07T20:37:45.211" v="296"/>
          <ac:spMkLst>
            <pc:docMk/>
            <pc:sldMk cId="4267833567" sldId="262"/>
            <ac:spMk id="21" creationId="{CD8B4F24-440B-49E9-B85D-733523DC064B}"/>
          </ac:spMkLst>
        </pc:spChg>
        <pc:picChg chg="add mod">
          <ac:chgData name="Guest User" userId="" providerId="Windows Live" clId="Web-{F78BB90C-C2A0-CD2A-0A8F-4BADAD1B316A}" dt="2025-12-07T20:38:11.165" v="300" actId="1076"/>
          <ac:picMkLst>
            <pc:docMk/>
            <pc:sldMk cId="4267833567" sldId="262"/>
            <ac:picMk id="3" creationId="{32EC3A64-CF3E-9EA1-866E-6DB92D034B3F}"/>
          </ac:picMkLst>
        </pc:picChg>
        <pc:picChg chg="del">
          <ac:chgData name="Guest User" userId="" providerId="Windows Live" clId="Web-{F78BB90C-C2A0-CD2A-0A8F-4BADAD1B316A}" dt="2025-12-07T20:37:13.804" v="293"/>
          <ac:picMkLst>
            <pc:docMk/>
            <pc:sldMk cId="4267833567" sldId="262"/>
            <ac:picMk id="4" creationId="{B8CBD4D1-3F36-6B3A-6E12-B3C79052EA2D}"/>
          </ac:picMkLst>
        </pc:picChg>
      </pc:sldChg>
      <pc:sldChg chg="addSp delSp modSp">
        <pc:chgData name="Guest User" userId="" providerId="Windows Live" clId="Web-{F78BB90C-C2A0-CD2A-0A8F-4BADAD1B316A}" dt="2025-12-07T20:31:28.760" v="291" actId="20577"/>
        <pc:sldMkLst>
          <pc:docMk/>
          <pc:sldMk cId="4287949683" sldId="273"/>
        </pc:sldMkLst>
        <pc:spChg chg="mod">
          <ac:chgData name="Guest User" userId="" providerId="Windows Live" clId="Web-{F78BB90C-C2A0-CD2A-0A8F-4BADAD1B316A}" dt="2025-12-07T20:31:28.760" v="291" actId="20577"/>
          <ac:spMkLst>
            <pc:docMk/>
            <pc:sldMk cId="4287949683" sldId="273"/>
            <ac:spMk id="3" creationId="{CF9ADADF-9A45-44C3-99E8-69675EDBDA55}"/>
          </ac:spMkLst>
        </pc:spChg>
        <pc:picChg chg="add del mod">
          <ac:chgData name="Guest User" userId="" providerId="Windows Live" clId="Web-{F78BB90C-C2A0-CD2A-0A8F-4BADAD1B316A}" dt="2025-12-07T20:28:49.475" v="171"/>
          <ac:picMkLst>
            <pc:docMk/>
            <pc:sldMk cId="4287949683" sldId="273"/>
            <ac:picMk id="4" creationId="{7E042949-CF16-D37B-3FB0-8BF6FC23E1C2}"/>
          </ac:picMkLst>
        </pc:picChg>
      </pc:sldChg>
    </pc:docChg>
  </pc:docChgLst>
  <pc:docChgLst>
    <pc:chgData name="Guest User" providerId="Windows Live" clId="Web-{22568700-0430-30AC-808C-A357D7D69AC4}"/>
    <pc:docChg chg="addSld delSld modSld sldOrd">
      <pc:chgData name="Guest User" userId="" providerId="Windows Live" clId="Web-{22568700-0430-30AC-808C-A357D7D69AC4}" dt="2025-12-04T22:33:13.354" v="1229" actId="20577"/>
      <pc:docMkLst>
        <pc:docMk/>
      </pc:docMkLst>
      <pc:sldChg chg="addSp delSp modSp mod setBg setClrOvrMap">
        <pc:chgData name="Guest User" userId="" providerId="Windows Live" clId="Web-{22568700-0430-30AC-808C-A357D7D69AC4}" dt="2025-12-04T20:34:46.272" v="133"/>
        <pc:sldMkLst>
          <pc:docMk/>
          <pc:sldMk cId="1847011753" sldId="256"/>
        </pc:sldMkLst>
        <pc:spChg chg="mod">
          <ac:chgData name="Guest User" userId="" providerId="Windows Live" clId="Web-{22568700-0430-30AC-808C-A357D7D69AC4}" dt="2025-12-04T20:34:46.272" v="133"/>
          <ac:spMkLst>
            <pc:docMk/>
            <pc:sldMk cId="1847011753" sldId="256"/>
            <ac:spMk id="2" creationId="{A3D868CC-8465-5516-7EA4-4DD36A45931A}"/>
          </ac:spMkLst>
        </pc:spChg>
        <pc:spChg chg="mod">
          <ac:chgData name="Guest User" userId="" providerId="Windows Live" clId="Web-{22568700-0430-30AC-808C-A357D7D69AC4}" dt="2025-12-04T20:34:46.272" v="133"/>
          <ac:spMkLst>
            <pc:docMk/>
            <pc:sldMk cId="1847011753" sldId="256"/>
            <ac:spMk id="3" creationId="{E0A7DD76-9038-4678-5651-AB5BD8E42AA5}"/>
          </ac:spMkLst>
        </pc:spChg>
      </pc:sldChg>
      <pc:sldChg chg="addSp delSp modSp new mod ord setBg">
        <pc:chgData name="Guest User" userId="" providerId="Windows Live" clId="Web-{22568700-0430-30AC-808C-A357D7D69AC4}" dt="2025-12-04T22:01:10.394" v="997"/>
        <pc:sldMkLst>
          <pc:docMk/>
          <pc:sldMk cId="1413868366" sldId="257"/>
        </pc:sldMkLst>
        <pc:spChg chg="mod">
          <ac:chgData name="Guest User" userId="" providerId="Windows Live" clId="Web-{22568700-0430-30AC-808C-A357D7D69AC4}" dt="2025-12-04T20:51:20.490" v="656"/>
          <ac:spMkLst>
            <pc:docMk/>
            <pc:sldMk cId="1413868366" sldId="257"/>
            <ac:spMk id="2" creationId="{D52E80EA-CBF0-CE0E-8E0A-FCDC08E416CE}"/>
          </ac:spMkLst>
        </pc:spChg>
        <pc:spChg chg="add">
          <ac:chgData name="Guest User" userId="" providerId="Windows Live" clId="Web-{22568700-0430-30AC-808C-A357D7D69AC4}" dt="2025-12-04T20:51:20.552" v="657"/>
          <ac:spMkLst>
            <pc:docMk/>
            <pc:sldMk cId="1413868366" sldId="257"/>
            <ac:spMk id="41" creationId="{743AA782-23D1-4521-8CAD-47662984AA08}"/>
          </ac:spMkLst>
        </pc:spChg>
        <pc:spChg chg="add">
          <ac:chgData name="Guest User" userId="" providerId="Windows Live" clId="Web-{22568700-0430-30AC-808C-A357D7D69AC4}" dt="2025-12-04T20:51:20.552" v="657"/>
          <ac:spMkLst>
            <pc:docMk/>
            <pc:sldMk cId="1413868366" sldId="257"/>
            <ac:spMk id="42" creationId="{71877DBC-BB60-40F0-AC93-2ACDBAAE60CE}"/>
          </ac:spMkLst>
        </pc:spChg>
        <pc:graphicFrameChg chg="add mod ord modGraphic">
          <ac:chgData name="Guest User" userId="" providerId="Windows Live" clId="Web-{22568700-0430-30AC-808C-A357D7D69AC4}" dt="2025-12-04T20:51:20.552" v="657"/>
          <ac:graphicFrameMkLst>
            <pc:docMk/>
            <pc:sldMk cId="1413868366" sldId="257"/>
            <ac:graphicFrameMk id="30" creationId="{61A3D59D-3FF8-C309-66B0-5B7D41146E8C}"/>
          </ac:graphicFrameMkLst>
        </pc:graphicFrameChg>
      </pc:sldChg>
      <pc:sldChg chg="modSp new ord">
        <pc:chgData name="Guest User" userId="" providerId="Windows Live" clId="Web-{22568700-0430-30AC-808C-A357D7D69AC4}" dt="2025-12-04T20:51:56.208" v="658"/>
        <pc:sldMkLst>
          <pc:docMk/>
          <pc:sldMk cId="1864730900" sldId="258"/>
        </pc:sldMkLst>
        <pc:spChg chg="mod">
          <ac:chgData name="Guest User" userId="" providerId="Windows Live" clId="Web-{22568700-0430-30AC-808C-A357D7D69AC4}" dt="2025-12-04T20:22:31.508" v="30" actId="20577"/>
          <ac:spMkLst>
            <pc:docMk/>
            <pc:sldMk cId="1864730900" sldId="258"/>
            <ac:spMk id="2" creationId="{EDC7EAD6-8100-7F4A-5750-AE73CBEEABE0}"/>
          </ac:spMkLst>
        </pc:spChg>
      </pc:sldChg>
      <pc:sldChg chg="addSp modSp new mod ord setBg">
        <pc:chgData name="Guest User" userId="" providerId="Windows Live" clId="Web-{22568700-0430-30AC-808C-A357D7D69AC4}" dt="2025-12-04T21:59:07.300" v="995"/>
        <pc:sldMkLst>
          <pc:docMk/>
          <pc:sldMk cId="237846410" sldId="259"/>
        </pc:sldMkLst>
        <pc:spChg chg="mod">
          <ac:chgData name="Guest User" userId="" providerId="Windows Live" clId="Web-{22568700-0430-30AC-808C-A357D7D69AC4}" dt="2025-12-04T20:34:55.741" v="134"/>
          <ac:spMkLst>
            <pc:docMk/>
            <pc:sldMk cId="237846410" sldId="259"/>
            <ac:spMk id="2" creationId="{E660B7F5-BF46-B692-28ED-E388989DB2B0}"/>
          </ac:spMkLst>
        </pc:spChg>
        <pc:spChg chg="mod">
          <ac:chgData name="Guest User" userId="" providerId="Windows Live" clId="Web-{22568700-0430-30AC-808C-A357D7D69AC4}" dt="2025-12-04T20:46:18.459" v="584" actId="20577"/>
          <ac:spMkLst>
            <pc:docMk/>
            <pc:sldMk cId="237846410" sldId="259"/>
            <ac:spMk id="3" creationId="{0D0E5B83-565B-FB19-A15C-2F8CBD3E4164}"/>
          </ac:spMkLst>
        </pc:spChg>
      </pc:sldChg>
      <pc:sldChg chg="addSp delSp modSp new mod ord setBg">
        <pc:chgData name="Guest User" userId="" providerId="Windows Live" clId="Web-{22568700-0430-30AC-808C-A357D7D69AC4}" dt="2025-12-04T22:23:36.055" v="1195" actId="1076"/>
        <pc:sldMkLst>
          <pc:docMk/>
          <pc:sldMk cId="1020255271" sldId="260"/>
        </pc:sldMkLst>
        <pc:spChg chg="mod">
          <ac:chgData name="Guest User" userId="" providerId="Windows Live" clId="Web-{22568700-0430-30AC-808C-A357D7D69AC4}" dt="2025-12-04T21:51:14.264" v="805"/>
          <ac:spMkLst>
            <pc:docMk/>
            <pc:sldMk cId="1020255271" sldId="260"/>
            <ac:spMk id="2" creationId="{242266BA-DC0F-8C1E-ED7E-D722A23654D9}"/>
          </ac:spMkLst>
        </pc:spChg>
        <pc:spChg chg="add">
          <ac:chgData name="Guest User" userId="" providerId="Windows Live" clId="Web-{22568700-0430-30AC-808C-A357D7D69AC4}" dt="2025-12-04T21:51:14.264" v="805"/>
          <ac:spMkLst>
            <pc:docMk/>
            <pc:sldMk cId="1020255271" sldId="260"/>
            <ac:spMk id="14" creationId="{743AA782-23D1-4521-8CAD-47662984AA08}"/>
          </ac:spMkLst>
        </pc:spChg>
        <pc:spChg chg="add">
          <ac:chgData name="Guest User" userId="" providerId="Windows Live" clId="Web-{22568700-0430-30AC-808C-A357D7D69AC4}" dt="2025-12-04T21:51:14.264" v="805"/>
          <ac:spMkLst>
            <pc:docMk/>
            <pc:sldMk cId="1020255271" sldId="260"/>
            <ac:spMk id="16" creationId="{71877DBC-BB60-40F0-AC93-2ACDBAAE60CE}"/>
          </ac:spMkLst>
        </pc:spChg>
        <pc:graphicFrameChg chg="add mod modGraphic">
          <ac:chgData name="Guest User" userId="" providerId="Windows Live" clId="Web-{22568700-0430-30AC-808C-A357D7D69AC4}" dt="2025-12-04T21:56:52.300" v="994" actId="1076"/>
          <ac:graphicFrameMkLst>
            <pc:docMk/>
            <pc:sldMk cId="1020255271" sldId="260"/>
            <ac:graphicFrameMk id="7" creationId="{4D96FC61-A912-D4EB-4FBE-F3070212BAAA}"/>
          </ac:graphicFrameMkLst>
        </pc:graphicFrameChg>
      </pc:sldChg>
      <pc:sldChg chg="modSp new">
        <pc:chgData name="Guest User" userId="" providerId="Windows Live" clId="Web-{22568700-0430-30AC-808C-A357D7D69AC4}" dt="2025-12-04T22:02:29.342" v="1032" actId="20577"/>
        <pc:sldMkLst>
          <pc:docMk/>
          <pc:sldMk cId="3407559499" sldId="266"/>
        </pc:sldMkLst>
        <pc:spChg chg="mod">
          <ac:chgData name="Guest User" userId="" providerId="Windows Live" clId="Web-{22568700-0430-30AC-808C-A357D7D69AC4}" dt="2025-12-04T22:02:29.342" v="1032" actId="20577"/>
          <ac:spMkLst>
            <pc:docMk/>
            <pc:sldMk cId="3407559499" sldId="266"/>
            <ac:spMk id="2" creationId="{113BB9C7-A523-3B18-D0A6-71DB9BCF63FA}"/>
          </ac:spMkLst>
        </pc:spChg>
      </pc:sldChg>
      <pc:sldChg chg="modSp ord">
        <pc:chgData name="Guest User" userId="" providerId="Windows Live" clId="Web-{22568700-0430-30AC-808C-A357D7D69AC4}" dt="2025-12-04T22:33:13.354" v="1229" actId="20577"/>
        <pc:sldMkLst>
          <pc:docMk/>
          <pc:sldMk cId="1928794465" sldId="269"/>
        </pc:sldMkLst>
        <pc:spChg chg="mod">
          <ac:chgData name="Guest User" userId="" providerId="Windows Live" clId="Web-{22568700-0430-30AC-808C-A357D7D69AC4}" dt="2025-12-04T22:33:13.354" v="1229" actId="20577"/>
          <ac:spMkLst>
            <pc:docMk/>
            <pc:sldMk cId="1928794465" sldId="269"/>
            <ac:spMk id="3" creationId="{02A4D91B-6CED-E7BB-2D50-3D91AF3B3D30}"/>
          </ac:spMkLst>
        </pc:spChg>
      </pc:sldChg>
      <pc:sldChg chg="ord">
        <pc:chgData name="Guest User" userId="" providerId="Windows Live" clId="Web-{22568700-0430-30AC-808C-A357D7D69AC4}" dt="2025-12-04T22:28:19.347" v="1198"/>
        <pc:sldMkLst>
          <pc:docMk/>
          <pc:sldMk cId="79475231" sldId="270"/>
        </pc:sldMkLst>
      </pc:sldChg>
    </pc:docChg>
  </pc:docChgLst>
</pc:chgInfo>
</file>

<file path=ppt/comments/modernComment_10A_CB1B3B4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0393982-52E3-476C-B6CE-F4565ACC53B4}" authorId="{95582667-6102-27E7-ED8E-01A166EB4B6B}" created="2025-12-05T20:08:36.299">
    <pc:sldMkLst xmlns:pc="http://schemas.microsoft.com/office/powerpoint/2013/main/command">
      <pc:docMk/>
      <pc:sldMk cId="3407559499" sldId="266"/>
    </pc:sldMkLst>
    <p188:txBody>
      <a:bodyPr/>
      <a:lstStyle/>
      <a:p>
        <a:r>
          <a:rPr lang="en-US"/>
          <a:t>Cameron</a:t>
        </a:r>
      </a:p>
    </p188:txBody>
  </p188:cm>
</p188:cmLst>
</file>

<file path=ppt/comments/modernComment_10D_72F7116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6AD7536-630B-49FA-9C66-F4A1E324D0C5}" authorId="{95582667-6102-27E7-ED8E-01A166EB4B6B}" created="2025-12-05T20:05:17.427">
    <pc:sldMkLst xmlns:pc="http://schemas.microsoft.com/office/powerpoint/2013/main/command">
      <pc:docMk/>
      <pc:sldMk cId="1928794465" sldId="269"/>
    </pc:sldMkLst>
    <p188:txBody>
      <a:bodyPr/>
      <a:lstStyle/>
      <a:p>
        <a:r>
          <a:rPr lang="en-US"/>
          <a:t>Collint</a:t>
        </a:r>
      </a:p>
    </p188:txBody>
  </p188:cm>
</p188:cmLst>
</file>

<file path=ppt/comments/modernComment_10E_4BCB21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38392CF-41A7-42DC-9E86-6156A8F65B76}" authorId="{95582667-6102-27E7-ED8E-01A166EB4B6B}" created="2025-12-05T20:05:39.130">
    <pc:sldMkLst xmlns:pc="http://schemas.microsoft.com/office/powerpoint/2013/main/command">
      <pc:docMk/>
      <pc:sldMk cId="79475231" sldId="270"/>
    </pc:sldMkLst>
    <p188:txBody>
      <a:bodyPr/>
      <a:lstStyle/>
      <a:p>
        <a:r>
          <a:rPr lang="en-US"/>
          <a:t>EThant</a:t>
        </a:r>
      </a:p>
    </p188:txBody>
  </p188:cm>
</p188:cmLst>
</file>

<file path=ppt/comments/modernComment_10F_83AB80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87442C-106B-4EB9-BDFB-9809D090D15D}" authorId="{95582667-6102-27E7-ED8E-01A166EB4B6B}" created="2025-12-05T20:06:05.442">
    <pc:sldMkLst xmlns:pc="http://schemas.microsoft.com/office/powerpoint/2013/main/command">
      <pc:docMk/>
      <pc:sldMk cId="138065920" sldId="271"/>
    </pc:sldMkLst>
    <p188:txBody>
      <a:bodyPr/>
      <a:lstStyle/>
      <a:p>
        <a:r>
          <a:rPr lang="en-US"/>
          <a:t>BEstor</a:t>
        </a:r>
      </a:p>
    </p188:txBody>
  </p188:cm>
</p188:cmLst>
</file>

<file path=ppt/comments/modernComment_11D_CB89A7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E43EBF-A34B-43BB-87F4-79DDAB155F57}" authorId="{95582667-6102-27E7-ED8E-01A166EB4B6B}" created="2025-12-05T20:07:19.285">
    <pc:sldMkLst xmlns:pc="http://schemas.microsoft.com/office/powerpoint/2013/main/command">
      <pc:docMk/>
      <pc:sldMk cId="1186746505" sldId="276"/>
    </pc:sldMkLst>
    <p188:txBody>
      <a:bodyPr/>
      <a:lstStyle/>
      <a:p>
        <a:r>
          <a:rPr lang="en-US"/>
          <a:t>Colin
t</a:t>
        </a:r>
      </a:p>
    </p188:txBody>
  </p188:cm>
</p188:cmLst>
</file>

<file path=ppt/comments/modernComment_100_6E1729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2E754DE-36D6-4316-909B-819027592584}" authorId="{95582667-6102-27E7-ED8E-01A166EB4B6B}" created="2025-12-05T19:59:07.602">
    <pc:sldMkLst xmlns:pc="http://schemas.microsoft.com/office/powerpoint/2013/main/command">
      <pc:docMk/>
      <pc:sldMk cId="1847011753" sldId="256"/>
    </pc:sldMkLst>
    <p188:txBody>
      <a:bodyPr/>
      <a:lstStyle/>
      <a:p>
        <a:r>
          <a:rPr lang="en-US"/>
          <a:t>Intro: Cameron</a:t>
        </a:r>
      </a:p>
    </p188:txBody>
  </p188:cm>
</p188:cmLst>
</file>

<file path=ppt/comments/modernComment_101_5445EB4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7435E40-091D-4DE0-90C4-69F14E06F14B}" authorId="{95582667-6102-27E7-ED8E-01A166EB4B6B}" created="2025-12-05T20:05:12.380">
    <pc:sldMkLst xmlns:pc="http://schemas.microsoft.com/office/powerpoint/2013/main/command">
      <pc:docMk/>
      <pc:sldMk cId="1413868366" sldId="257"/>
    </pc:sldMkLst>
    <p188:txBody>
      <a:bodyPr/>
      <a:lstStyle/>
      <a:p>
        <a:r>
          <a:rPr lang="en-US"/>
          <a:t>Colint</a:t>
        </a:r>
      </a:p>
    </p188:txBody>
  </p188:cm>
</p188:cmLst>
</file>

<file path=ppt/comments/modernComment_102_6F25891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C4C7E51-0486-453C-859D-486CB9AEE0F1}" authorId="{95582667-6102-27E7-ED8E-01A166EB4B6B}" created="2025-12-05T20:04:42.834">
    <pc:sldMkLst xmlns:pc="http://schemas.microsoft.com/office/powerpoint/2013/main/command">
      <pc:docMk/>
      <pc:sldMk cId="1864730900" sldId="258"/>
    </pc:sldMkLst>
    <p188:txBody>
      <a:bodyPr/>
      <a:lstStyle/>
      <a:p>
        <a:r>
          <a:rPr lang="en-US"/>
          <a:t>DS: Ethan Tice</a:t>
        </a:r>
      </a:p>
    </p188:txBody>
  </p188:cm>
</p188:cmLst>
</file>

<file path=ppt/comments/modernComment_103_E2D3F8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5672A9-8D55-4DCA-AB18-9C8E9B9CB74D}" authorId="{95582667-6102-27E7-ED8E-01A166EB4B6B}" created="2025-12-05T20:04:50.396">
    <pc:sldMkLst xmlns:pc="http://schemas.microsoft.com/office/powerpoint/2013/main/command">
      <pc:docMk/>
      <pc:sldMk cId="237846410" sldId="259"/>
    </pc:sldMkLst>
    <p188:txBody>
      <a:bodyPr/>
      <a:lstStyle/>
      <a:p>
        <a:r>
          <a:rPr lang="en-US"/>
          <a:t>Jonathan</a:t>
        </a:r>
      </a:p>
    </p188:txBody>
  </p188:cm>
</p188:cmLst>
</file>

<file path=ppt/comments/modernComment_104_3CCFDC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E20748C-70B8-4CF5-BB28-A968E47549E3}" authorId="{95582667-6102-27E7-ED8E-01A166EB4B6B}" created="2025-12-05T20:05:47.426">
    <pc:sldMkLst xmlns:pc="http://schemas.microsoft.com/office/powerpoint/2013/main/command">
      <pc:docMk/>
      <pc:sldMk cId="1020255271" sldId="260"/>
    </pc:sldMkLst>
    <p188:txBody>
      <a:bodyPr/>
      <a:lstStyle/>
      <a:p>
        <a:r>
          <a:rPr lang="en-US"/>
          <a:t>Ethant</a:t>
        </a:r>
      </a:p>
    </p188:txBody>
  </p188:cm>
</p188:cmLst>
</file>

<file path=ppt/comments/modernComment_110_A7F2244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D452B8F-0E88-4049-A6E0-4D98C8E0DB38}" authorId="{95582667-6102-27E7-ED8E-01A166EB4B6B}" created="2025-12-05T20:05:55.380">
    <pc:sldMkLst xmlns:pc="http://schemas.microsoft.com/office/powerpoint/2013/main/command">
      <pc:docMk/>
      <pc:sldMk cId="2817664065" sldId="272"/>
    </pc:sldMkLst>
    <p188:txBody>
      <a:bodyPr/>
      <a:lstStyle/>
      <a:p>
        <a:r>
          <a:rPr lang="en-US"/>
          <a:t>CAmeron</a:t>
        </a:r>
      </a:p>
    </p188:txBody>
  </p188:cm>
</p188:cmLst>
</file>

<file path=ppt/comments/modernComment_111_FF94EB7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F4DD73B-2F01-4BC8-98CF-573567678343}" authorId="{95582667-6102-27E7-ED8E-01A166EB4B6B}" created="2025-12-05T20:06:17.535">
    <pc:sldMkLst xmlns:pc="http://schemas.microsoft.com/office/powerpoint/2013/main/command">
      <pc:docMk/>
      <pc:sldMk cId="4287949683" sldId="273"/>
    </pc:sldMkLst>
    <p188:txBody>
      <a:bodyPr/>
      <a:lstStyle/>
      <a:p>
        <a:r>
          <a:rPr lang="en-US"/>
          <a:t>Jon</a:t>
        </a:r>
      </a:p>
    </p188:txBody>
  </p188:cm>
</p188:cmLst>
</file>

<file path=ppt/comments/modernComment_112_E4B90EB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D5D625C-75AD-48AD-99AD-EF4BAF0A6F84}" authorId="{95582667-6102-27E7-ED8E-01A166EB4B6B}" created="2025-12-05T20:05:59.754">
    <pc:sldMkLst xmlns:pc="http://schemas.microsoft.com/office/powerpoint/2013/main/command">
      <pc:docMk/>
      <pc:sldMk cId="3837333169" sldId="274"/>
    </pc:sldMkLst>
    <p188:txBody>
      <a:bodyPr/>
      <a:lstStyle/>
      <a:p>
        <a:r>
          <a:rPr lang="en-US"/>
          <a:t>Cameron</a:t>
        </a:r>
      </a:p>
    </p188:txBody>
  </p188:cm>
</p188:cmLst>
</file>

<file path=ppt/comments/modernComment_113_72C8A8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FFA3A2-F35C-417C-AE8C-1F9628AD0015}" authorId="{95582667-6102-27E7-ED8E-01A166EB4B6B}" created="2025-12-05T20:06:11.285">
    <pc:sldMkLst xmlns:pc="http://schemas.microsoft.com/office/powerpoint/2013/main/command">
      <pc:docMk/>
      <pc:sldMk cId="1925752996" sldId="275"/>
    </pc:sldMkLst>
    <p188:txBody>
      <a:bodyPr/>
      <a:lstStyle/>
      <a:p>
        <a:r>
          <a:rPr lang="en-US"/>
          <a:t>Bestor</a:t>
        </a:r>
      </a:p>
    </p188:txBody>
  </p188:cm>
</p188:cmLst>
</file>

<file path=ppt/comments/modernComment_114_46BC508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40122AD-9BC3-419D-AA8F-8B7C074BD79F}" authorId="{95582667-6102-27E7-ED8E-01A166EB4B6B}" created="2025-12-05T20:07:19.285">
    <pc:sldMkLst xmlns:pc="http://schemas.microsoft.com/office/powerpoint/2013/main/command">
      <pc:docMk/>
      <pc:sldMk cId="1186746505" sldId="276"/>
    </pc:sldMkLst>
    <p188:txBody>
      <a:bodyPr/>
      <a:lstStyle/>
      <a:p>
        <a:r>
          <a:rPr lang="en-US"/>
          <a:t>Colin
t</a:t>
        </a:r>
      </a:p>
    </p188:txBody>
  </p188:cm>
</p188:cmLst>
</file>

<file path=ppt/comments/modernComment_115_D09A492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D056973-6123-4A53-AFBE-0A8FA1731FA9}" authorId="{95582667-6102-27E7-ED8E-01A166EB4B6B}" created="2025-12-05T20:10:26.486">
    <pc:sldMkLst xmlns:pc="http://schemas.microsoft.com/office/powerpoint/2013/main/command">
      <pc:docMk/>
      <pc:sldMk cId="3499772206" sldId="277"/>
    </pc:sldMkLst>
    <p188:txBody>
      <a:bodyPr/>
      <a:lstStyle/>
      <a:p>
        <a:r>
          <a:rPr lang="en-US"/>
          <a:t>Collin</a:t>
        </a:r>
      </a:p>
    </p188:txBody>
  </p188:cm>
</p188:cmLst>
</file>

<file path=ppt/comments/modernComment_116_4F9451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CB5DE05-6883-43C4-A889-228EF24E1C21}" authorId="{95582667-6102-27E7-ED8E-01A166EB4B6B}" created="2025-12-05T20:05:03.787">
    <pc:sldMkLst xmlns:pc="http://schemas.microsoft.com/office/powerpoint/2013/main/command">
      <pc:docMk/>
      <pc:sldMk cId="1335120177" sldId="278"/>
    </pc:sldMkLst>
    <p188:txBody>
      <a:bodyPr/>
      <a:lstStyle/>
      <a:p>
        <a:r>
          <a:rPr lang="en-US"/>
          <a:t>Bestor</a:t>
        </a:r>
      </a:p>
    </p188:txBody>
  </p188:cm>
</p188:cmLst>
</file>

<file path=ppt/comments/modernComment_117_8C00F3D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2B8D3B9-0BE9-4895-84C9-B7EB020129CE}" authorId="{95582667-6102-27E7-ED8E-01A166EB4B6B}" created="2025-12-05T20:08:17.612">
    <pc:sldMkLst xmlns:pc="http://schemas.microsoft.com/office/powerpoint/2013/main/command">
      <pc:docMk/>
      <pc:sldMk cId="2348872667" sldId="279"/>
    </pc:sldMkLst>
    <p188:txBody>
      <a:bodyPr/>
      <a:lstStyle/>
      <a:p>
        <a:r>
          <a:rPr lang="en-US"/>
          <a:t>Ethan</a:t>
        </a:r>
      </a:p>
    </p188:txBody>
  </p188:cm>
</p188:cmLst>
</file>

<file path=ppt/comments/modernComment_118_81C0B08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DEF05E2-B7C3-4200-B82F-93ABC64931E5}" authorId="{95582667-6102-27E7-ED8E-01A166EB4B6B}" created="2025-12-05T20:08:22.924">
    <pc:sldMkLst xmlns:pc="http://schemas.microsoft.com/office/powerpoint/2013/main/command">
      <pc:docMk/>
      <pc:sldMk cId="2176888968" sldId="280"/>
    </pc:sldMkLst>
    <p188:txBody>
      <a:bodyPr/>
      <a:lstStyle/>
      <a:p>
        <a:r>
          <a:rPr lang="en-US"/>
          <a:t>Ethan</a:t>
        </a:r>
      </a:p>
    </p188:txBody>
  </p188:cm>
</p188:cmLst>
</file>

<file path=ppt/comments/modernComment_119_44D47C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0CC6C8F-DBA8-41AC-8201-5C847DE832F6}" authorId="{95582667-6102-27E7-ED8E-01A166EB4B6B}" created="2025-12-05T20:08:13.534">
    <pc:sldMkLst xmlns:pc="http://schemas.microsoft.com/office/powerpoint/2013/main/command">
      <pc:docMk/>
      <pc:sldMk cId="1154776226" sldId="281"/>
    </pc:sldMkLst>
    <p188:txBody>
      <a:bodyPr/>
      <a:lstStyle/>
      <a:p>
        <a:r>
          <a:rPr lang="en-US"/>
          <a:t>Ethan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C4B479-5A4E-4BBC-AB97-310AAF8D7D8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0932701-9A17-4121-893E-FD7933B687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Median housing prices -&gt; </a:t>
          </a:r>
          <a:r>
            <a:rPr lang="en-US" err="1"/>
            <a:t>RedFin</a:t>
          </a:r>
          <a:r>
            <a:rPr lang="en-US"/>
            <a:t> housing data</a:t>
          </a:r>
        </a:p>
      </dgm:t>
    </dgm:pt>
    <dgm:pt modelId="{83BF4200-9931-4BC7-AF13-50A12F93AFBD}" type="parTrans" cxnId="{B7D5D86D-4A44-4667-89F6-6426D6B36D90}">
      <dgm:prSet/>
      <dgm:spPr/>
      <dgm:t>
        <a:bodyPr/>
        <a:lstStyle/>
        <a:p>
          <a:endParaRPr lang="en-US"/>
        </a:p>
      </dgm:t>
    </dgm:pt>
    <dgm:pt modelId="{A5425026-54E4-4EEA-BB71-7F13627FAE21}" type="sibTrans" cxnId="{B7D5D86D-4A44-4667-89F6-6426D6B36D9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E0E594B-114E-4D55-85F7-D7A9F1D2B4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Median Household Income -&gt; US Census Bureau</a:t>
          </a:r>
        </a:p>
      </dgm:t>
    </dgm:pt>
    <dgm:pt modelId="{60FAFBA6-59FA-450C-B797-3AA86148BCE7}" type="parTrans" cxnId="{BE21FAE4-2C1A-44B4-8218-5D1CEA9AAC38}">
      <dgm:prSet/>
      <dgm:spPr/>
      <dgm:t>
        <a:bodyPr/>
        <a:lstStyle/>
        <a:p>
          <a:endParaRPr lang="en-US"/>
        </a:p>
      </dgm:t>
    </dgm:pt>
    <dgm:pt modelId="{64992C40-B2EA-4F9C-9AFB-B817B3EE5B25}" type="sibTrans" cxnId="{BE21FAE4-2C1A-44B4-8218-5D1CEA9AAC3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8804DED-8F2E-44C8-AA09-5794FF417F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GDP -&gt; Bureau of Economic Analysis (US Department of Commerce)</a:t>
          </a:r>
        </a:p>
      </dgm:t>
    </dgm:pt>
    <dgm:pt modelId="{CE4572A2-032D-4038-B040-9D77AB7136A7}" type="parTrans" cxnId="{C722725A-AC8A-4104-99AA-02B8B486343F}">
      <dgm:prSet/>
      <dgm:spPr/>
      <dgm:t>
        <a:bodyPr/>
        <a:lstStyle/>
        <a:p>
          <a:endParaRPr lang="en-US"/>
        </a:p>
      </dgm:t>
    </dgm:pt>
    <dgm:pt modelId="{BCE4A787-765C-498E-96CC-D93EFC104E91}" type="sibTrans" cxnId="{C722725A-AC8A-4104-99AA-02B8B486343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3337D3B-492C-40F8-8412-02EC8D0A7C66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/>
            <a:t>CPI -&gt; </a:t>
          </a:r>
          <a:r>
            <a:rPr lang="en-US">
              <a:latin typeface="Aptos Display" panose="02110004020202020204"/>
            </a:rPr>
            <a:t>U.S. Bureau of Labor Statistics</a:t>
          </a:r>
          <a:endParaRPr lang="en-US"/>
        </a:p>
      </dgm:t>
    </dgm:pt>
    <dgm:pt modelId="{D275D355-1D44-4C38-8E88-9C931E4AC36F}" type="parTrans" cxnId="{600EDEE9-ADA4-4C4C-85E7-3040B61082AD}">
      <dgm:prSet/>
      <dgm:spPr/>
      <dgm:t>
        <a:bodyPr/>
        <a:lstStyle/>
        <a:p>
          <a:endParaRPr lang="en-US"/>
        </a:p>
      </dgm:t>
    </dgm:pt>
    <dgm:pt modelId="{199499B6-6E14-4BCD-B3CD-A386689318B2}" type="sibTrans" cxnId="{600EDEE9-ADA4-4C4C-85E7-3040B61082A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151ADAE-8E3B-43D7-B258-59F5C845CA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Income tax rates -&gt; taxfoundations.org </a:t>
          </a:r>
        </a:p>
      </dgm:t>
    </dgm:pt>
    <dgm:pt modelId="{1EB1FA63-8289-4B59-B711-5BDADF9334A9}" type="parTrans" cxnId="{C93149FE-344C-4E35-AED1-881B0B091B88}">
      <dgm:prSet/>
      <dgm:spPr/>
      <dgm:t>
        <a:bodyPr/>
        <a:lstStyle/>
        <a:p>
          <a:endParaRPr lang="en-US"/>
        </a:p>
      </dgm:t>
    </dgm:pt>
    <dgm:pt modelId="{FF20865D-4004-4B0E-B17D-AF8373B5F7FF}" type="sibTrans" cxnId="{C93149FE-344C-4E35-AED1-881B0B091B88}">
      <dgm:prSet/>
      <dgm:spPr/>
      <dgm:t>
        <a:bodyPr/>
        <a:lstStyle/>
        <a:p>
          <a:endParaRPr lang="en-US"/>
        </a:p>
      </dgm:t>
    </dgm:pt>
    <dgm:pt modelId="{084A271A-4113-4F20-ACDF-A064760AF54C}" type="pres">
      <dgm:prSet presAssocID="{2FC4B479-5A4E-4BBC-AB97-310AAF8D7D86}" presName="root" presStyleCnt="0">
        <dgm:presLayoutVars>
          <dgm:dir/>
          <dgm:resizeHandles val="exact"/>
        </dgm:presLayoutVars>
      </dgm:prSet>
      <dgm:spPr/>
    </dgm:pt>
    <dgm:pt modelId="{597FD32C-25ED-4C75-B787-D62C810BD56E}" type="pres">
      <dgm:prSet presAssocID="{40932701-9A17-4121-893E-FD7933B68754}" presName="compNode" presStyleCnt="0"/>
      <dgm:spPr/>
    </dgm:pt>
    <dgm:pt modelId="{46F8FF0B-18E3-4903-A6BE-ECEB1F2AF930}" type="pres">
      <dgm:prSet presAssocID="{40932701-9A17-4121-893E-FD7933B68754}" presName="bgRect" presStyleLbl="bgShp" presStyleIdx="0" presStyleCnt="5"/>
      <dgm:spPr/>
    </dgm:pt>
    <dgm:pt modelId="{19E9B962-D8A6-4BE3-9881-EF677CE70E76}" type="pres">
      <dgm:prSet presAssocID="{40932701-9A17-4121-893E-FD7933B6875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1E5F5D4E-FE19-4D9B-B865-9BABBF6C8944}" type="pres">
      <dgm:prSet presAssocID="{40932701-9A17-4121-893E-FD7933B68754}" presName="spaceRect" presStyleCnt="0"/>
      <dgm:spPr/>
    </dgm:pt>
    <dgm:pt modelId="{7AC4AE48-A757-4FAB-B12F-0B402423C248}" type="pres">
      <dgm:prSet presAssocID="{40932701-9A17-4121-893E-FD7933B68754}" presName="parTx" presStyleLbl="revTx" presStyleIdx="0" presStyleCnt="5">
        <dgm:presLayoutVars>
          <dgm:chMax val="0"/>
          <dgm:chPref val="0"/>
        </dgm:presLayoutVars>
      </dgm:prSet>
      <dgm:spPr/>
    </dgm:pt>
    <dgm:pt modelId="{17F12CC9-C778-4225-9C8F-78158278A9DD}" type="pres">
      <dgm:prSet presAssocID="{A5425026-54E4-4EEA-BB71-7F13627FAE21}" presName="sibTrans" presStyleCnt="0"/>
      <dgm:spPr/>
    </dgm:pt>
    <dgm:pt modelId="{E17BF532-A3E4-4FE2-8E29-80F99EAEA3FD}" type="pres">
      <dgm:prSet presAssocID="{DE0E594B-114E-4D55-85F7-D7A9F1D2B4AE}" presName="compNode" presStyleCnt="0"/>
      <dgm:spPr/>
    </dgm:pt>
    <dgm:pt modelId="{18BD396A-744B-45FE-81E8-95B2FA42AAD9}" type="pres">
      <dgm:prSet presAssocID="{DE0E594B-114E-4D55-85F7-D7A9F1D2B4AE}" presName="bgRect" presStyleLbl="bgShp" presStyleIdx="1" presStyleCnt="5"/>
      <dgm:spPr/>
    </dgm:pt>
    <dgm:pt modelId="{D61030C2-5BAD-40C5-93C8-3EFE0B72D596}" type="pres">
      <dgm:prSet presAssocID="{DE0E594B-114E-4D55-85F7-D7A9F1D2B4A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C0E527F2-AF6D-494E-BFA5-D6BA0EEB90BB}" type="pres">
      <dgm:prSet presAssocID="{DE0E594B-114E-4D55-85F7-D7A9F1D2B4AE}" presName="spaceRect" presStyleCnt="0"/>
      <dgm:spPr/>
    </dgm:pt>
    <dgm:pt modelId="{5743D697-3864-4AC9-8143-C8711494C648}" type="pres">
      <dgm:prSet presAssocID="{DE0E594B-114E-4D55-85F7-D7A9F1D2B4AE}" presName="parTx" presStyleLbl="revTx" presStyleIdx="1" presStyleCnt="5">
        <dgm:presLayoutVars>
          <dgm:chMax val="0"/>
          <dgm:chPref val="0"/>
        </dgm:presLayoutVars>
      </dgm:prSet>
      <dgm:spPr/>
    </dgm:pt>
    <dgm:pt modelId="{ABC68FDE-114C-4841-AB24-074D5B907DC0}" type="pres">
      <dgm:prSet presAssocID="{64992C40-B2EA-4F9C-9AFB-B817B3EE5B25}" presName="sibTrans" presStyleCnt="0"/>
      <dgm:spPr/>
    </dgm:pt>
    <dgm:pt modelId="{FC59D9F8-FCD5-4C24-B337-9663EACE8FBF}" type="pres">
      <dgm:prSet presAssocID="{C8804DED-8F2E-44C8-AA09-5794FF417F48}" presName="compNode" presStyleCnt="0"/>
      <dgm:spPr/>
    </dgm:pt>
    <dgm:pt modelId="{044BDF71-3D74-4B68-8EF8-698BB3919D70}" type="pres">
      <dgm:prSet presAssocID="{C8804DED-8F2E-44C8-AA09-5794FF417F48}" presName="bgRect" presStyleLbl="bgShp" presStyleIdx="2" presStyleCnt="5"/>
      <dgm:spPr/>
    </dgm:pt>
    <dgm:pt modelId="{4327C4DF-F822-4E9B-AA87-6312E7F1FBB9}" type="pres">
      <dgm:prSet presAssocID="{C8804DED-8F2E-44C8-AA09-5794FF417F4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04114C9-B709-447B-B35C-61AFC19A74CE}" type="pres">
      <dgm:prSet presAssocID="{C8804DED-8F2E-44C8-AA09-5794FF417F48}" presName="spaceRect" presStyleCnt="0"/>
      <dgm:spPr/>
    </dgm:pt>
    <dgm:pt modelId="{B6995748-6559-4430-897C-6F583A63C58B}" type="pres">
      <dgm:prSet presAssocID="{C8804DED-8F2E-44C8-AA09-5794FF417F48}" presName="parTx" presStyleLbl="revTx" presStyleIdx="2" presStyleCnt="5">
        <dgm:presLayoutVars>
          <dgm:chMax val="0"/>
          <dgm:chPref val="0"/>
        </dgm:presLayoutVars>
      </dgm:prSet>
      <dgm:spPr/>
    </dgm:pt>
    <dgm:pt modelId="{D438874B-872D-4A2E-849F-31E52FE79E58}" type="pres">
      <dgm:prSet presAssocID="{BCE4A787-765C-498E-96CC-D93EFC104E91}" presName="sibTrans" presStyleCnt="0"/>
      <dgm:spPr/>
    </dgm:pt>
    <dgm:pt modelId="{1763BBD6-7F2F-46FA-A274-0B1D53F578E7}" type="pres">
      <dgm:prSet presAssocID="{33337D3B-492C-40F8-8412-02EC8D0A7C66}" presName="compNode" presStyleCnt="0"/>
      <dgm:spPr/>
    </dgm:pt>
    <dgm:pt modelId="{20F8F224-21F7-4364-BD0C-401621860B45}" type="pres">
      <dgm:prSet presAssocID="{33337D3B-492C-40F8-8412-02EC8D0A7C66}" presName="bgRect" presStyleLbl="bgShp" presStyleIdx="3" presStyleCnt="5"/>
      <dgm:spPr/>
    </dgm:pt>
    <dgm:pt modelId="{75E99FA5-9690-4715-9326-0766D52D9FBF}" type="pres">
      <dgm:prSet presAssocID="{33337D3B-492C-40F8-8412-02EC8D0A7C6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ED73FC4-E93A-4799-A271-07205C60D94D}" type="pres">
      <dgm:prSet presAssocID="{33337D3B-492C-40F8-8412-02EC8D0A7C66}" presName="spaceRect" presStyleCnt="0"/>
      <dgm:spPr/>
    </dgm:pt>
    <dgm:pt modelId="{E4507FC4-4A7D-4617-8EDC-E981B4067343}" type="pres">
      <dgm:prSet presAssocID="{33337D3B-492C-40F8-8412-02EC8D0A7C66}" presName="parTx" presStyleLbl="revTx" presStyleIdx="3" presStyleCnt="5">
        <dgm:presLayoutVars>
          <dgm:chMax val="0"/>
          <dgm:chPref val="0"/>
        </dgm:presLayoutVars>
      </dgm:prSet>
      <dgm:spPr/>
    </dgm:pt>
    <dgm:pt modelId="{1EDADD9F-324C-45FE-B136-95BB152B001D}" type="pres">
      <dgm:prSet presAssocID="{199499B6-6E14-4BCD-B3CD-A386689318B2}" presName="sibTrans" presStyleCnt="0"/>
      <dgm:spPr/>
    </dgm:pt>
    <dgm:pt modelId="{11BDF9B5-4F53-4904-BFFC-681F97A1F317}" type="pres">
      <dgm:prSet presAssocID="{5151ADAE-8E3B-43D7-B258-59F5C845CABF}" presName="compNode" presStyleCnt="0"/>
      <dgm:spPr/>
    </dgm:pt>
    <dgm:pt modelId="{A656A1A9-5C0B-468C-AC98-9480D232F64B}" type="pres">
      <dgm:prSet presAssocID="{5151ADAE-8E3B-43D7-B258-59F5C845CABF}" presName="bgRect" presStyleLbl="bgShp" presStyleIdx="4" presStyleCnt="5"/>
      <dgm:spPr/>
    </dgm:pt>
    <dgm:pt modelId="{C4B71B30-FFE3-406F-AB6E-1F71BA35FE5A}" type="pres">
      <dgm:prSet presAssocID="{5151ADAE-8E3B-43D7-B258-59F5C845CAB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AA8B50C6-FE0F-4A96-BB57-C30944EFC864}" type="pres">
      <dgm:prSet presAssocID="{5151ADAE-8E3B-43D7-B258-59F5C845CABF}" presName="spaceRect" presStyleCnt="0"/>
      <dgm:spPr/>
    </dgm:pt>
    <dgm:pt modelId="{80222427-1A0A-4648-A8AB-EE99D18888CA}" type="pres">
      <dgm:prSet presAssocID="{5151ADAE-8E3B-43D7-B258-59F5C845CAB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4961A1A-AA90-4E52-BF91-C05A085DC286}" type="presOf" srcId="{2FC4B479-5A4E-4BBC-AB97-310AAF8D7D86}" destId="{084A271A-4113-4F20-ACDF-A064760AF54C}" srcOrd="0" destOrd="0" presId="urn:microsoft.com/office/officeart/2018/2/layout/IconVerticalSolidList"/>
    <dgm:cxn modelId="{AA2C591C-8AFD-4D02-A4C8-E82EE8F9EDD4}" type="presOf" srcId="{C8804DED-8F2E-44C8-AA09-5794FF417F48}" destId="{B6995748-6559-4430-897C-6F583A63C58B}" srcOrd="0" destOrd="0" presId="urn:microsoft.com/office/officeart/2018/2/layout/IconVerticalSolidList"/>
    <dgm:cxn modelId="{B7D5D86D-4A44-4667-89F6-6426D6B36D90}" srcId="{2FC4B479-5A4E-4BBC-AB97-310AAF8D7D86}" destId="{40932701-9A17-4121-893E-FD7933B68754}" srcOrd="0" destOrd="0" parTransId="{83BF4200-9931-4BC7-AF13-50A12F93AFBD}" sibTransId="{A5425026-54E4-4EEA-BB71-7F13627FAE21}"/>
    <dgm:cxn modelId="{8560B857-C192-4D68-9EFA-8F8CEB849277}" type="presOf" srcId="{DE0E594B-114E-4D55-85F7-D7A9F1D2B4AE}" destId="{5743D697-3864-4AC9-8143-C8711494C648}" srcOrd="0" destOrd="0" presId="urn:microsoft.com/office/officeart/2018/2/layout/IconVerticalSolidList"/>
    <dgm:cxn modelId="{C722725A-AC8A-4104-99AA-02B8B486343F}" srcId="{2FC4B479-5A4E-4BBC-AB97-310AAF8D7D86}" destId="{C8804DED-8F2E-44C8-AA09-5794FF417F48}" srcOrd="2" destOrd="0" parTransId="{CE4572A2-032D-4038-B040-9D77AB7136A7}" sibTransId="{BCE4A787-765C-498E-96CC-D93EFC104E91}"/>
    <dgm:cxn modelId="{4E26D79B-5216-41B3-822F-F9A2DA75EE99}" type="presOf" srcId="{33337D3B-492C-40F8-8412-02EC8D0A7C66}" destId="{E4507FC4-4A7D-4617-8EDC-E981B4067343}" srcOrd="0" destOrd="0" presId="urn:microsoft.com/office/officeart/2018/2/layout/IconVerticalSolidList"/>
    <dgm:cxn modelId="{3B2259C1-9F4B-4AFF-848B-D4D0F7D75F51}" type="presOf" srcId="{5151ADAE-8E3B-43D7-B258-59F5C845CABF}" destId="{80222427-1A0A-4648-A8AB-EE99D18888CA}" srcOrd="0" destOrd="0" presId="urn:microsoft.com/office/officeart/2018/2/layout/IconVerticalSolidList"/>
    <dgm:cxn modelId="{BE21FAE4-2C1A-44B4-8218-5D1CEA9AAC38}" srcId="{2FC4B479-5A4E-4BBC-AB97-310AAF8D7D86}" destId="{DE0E594B-114E-4D55-85F7-D7A9F1D2B4AE}" srcOrd="1" destOrd="0" parTransId="{60FAFBA6-59FA-450C-B797-3AA86148BCE7}" sibTransId="{64992C40-B2EA-4F9C-9AFB-B817B3EE5B25}"/>
    <dgm:cxn modelId="{600EDEE9-ADA4-4C4C-85E7-3040B61082AD}" srcId="{2FC4B479-5A4E-4BBC-AB97-310AAF8D7D86}" destId="{33337D3B-492C-40F8-8412-02EC8D0A7C66}" srcOrd="3" destOrd="0" parTransId="{D275D355-1D44-4C38-8E88-9C931E4AC36F}" sibTransId="{199499B6-6E14-4BCD-B3CD-A386689318B2}"/>
    <dgm:cxn modelId="{12FA02F3-A84D-46F0-AFE7-C03BBD009DBE}" type="presOf" srcId="{40932701-9A17-4121-893E-FD7933B68754}" destId="{7AC4AE48-A757-4FAB-B12F-0B402423C248}" srcOrd="0" destOrd="0" presId="urn:microsoft.com/office/officeart/2018/2/layout/IconVerticalSolidList"/>
    <dgm:cxn modelId="{C93149FE-344C-4E35-AED1-881B0B091B88}" srcId="{2FC4B479-5A4E-4BBC-AB97-310AAF8D7D86}" destId="{5151ADAE-8E3B-43D7-B258-59F5C845CABF}" srcOrd="4" destOrd="0" parTransId="{1EB1FA63-8289-4B59-B711-5BDADF9334A9}" sibTransId="{FF20865D-4004-4B0E-B17D-AF8373B5F7FF}"/>
    <dgm:cxn modelId="{6D44EE00-E841-48E2-813A-9C9851E5E3D2}" type="presParOf" srcId="{084A271A-4113-4F20-ACDF-A064760AF54C}" destId="{597FD32C-25ED-4C75-B787-D62C810BD56E}" srcOrd="0" destOrd="0" presId="urn:microsoft.com/office/officeart/2018/2/layout/IconVerticalSolidList"/>
    <dgm:cxn modelId="{B50DAFEC-717E-4104-84CC-611AA2C47079}" type="presParOf" srcId="{597FD32C-25ED-4C75-B787-D62C810BD56E}" destId="{46F8FF0B-18E3-4903-A6BE-ECEB1F2AF930}" srcOrd="0" destOrd="0" presId="urn:microsoft.com/office/officeart/2018/2/layout/IconVerticalSolidList"/>
    <dgm:cxn modelId="{A27AD224-4383-41E3-8004-3DD1F1FC3B53}" type="presParOf" srcId="{597FD32C-25ED-4C75-B787-D62C810BD56E}" destId="{19E9B962-D8A6-4BE3-9881-EF677CE70E76}" srcOrd="1" destOrd="0" presId="urn:microsoft.com/office/officeart/2018/2/layout/IconVerticalSolidList"/>
    <dgm:cxn modelId="{2DE419E4-51B7-44AD-BFDA-DC0A8CCB4F03}" type="presParOf" srcId="{597FD32C-25ED-4C75-B787-D62C810BD56E}" destId="{1E5F5D4E-FE19-4D9B-B865-9BABBF6C8944}" srcOrd="2" destOrd="0" presId="urn:microsoft.com/office/officeart/2018/2/layout/IconVerticalSolidList"/>
    <dgm:cxn modelId="{C44E719C-262D-4964-8691-6BCA6CB86E6C}" type="presParOf" srcId="{597FD32C-25ED-4C75-B787-D62C810BD56E}" destId="{7AC4AE48-A757-4FAB-B12F-0B402423C248}" srcOrd="3" destOrd="0" presId="urn:microsoft.com/office/officeart/2018/2/layout/IconVerticalSolidList"/>
    <dgm:cxn modelId="{B09DF442-942A-4448-8E1D-B04AC07AE732}" type="presParOf" srcId="{084A271A-4113-4F20-ACDF-A064760AF54C}" destId="{17F12CC9-C778-4225-9C8F-78158278A9DD}" srcOrd="1" destOrd="0" presId="urn:microsoft.com/office/officeart/2018/2/layout/IconVerticalSolidList"/>
    <dgm:cxn modelId="{09E525FB-0ABC-47AE-9619-8BFC94078A02}" type="presParOf" srcId="{084A271A-4113-4F20-ACDF-A064760AF54C}" destId="{E17BF532-A3E4-4FE2-8E29-80F99EAEA3FD}" srcOrd="2" destOrd="0" presId="urn:microsoft.com/office/officeart/2018/2/layout/IconVerticalSolidList"/>
    <dgm:cxn modelId="{44611564-8DC1-41EA-A5F6-DB61627E8545}" type="presParOf" srcId="{E17BF532-A3E4-4FE2-8E29-80F99EAEA3FD}" destId="{18BD396A-744B-45FE-81E8-95B2FA42AAD9}" srcOrd="0" destOrd="0" presId="urn:microsoft.com/office/officeart/2018/2/layout/IconVerticalSolidList"/>
    <dgm:cxn modelId="{27729CCD-7858-44AA-BF45-6E387C151E65}" type="presParOf" srcId="{E17BF532-A3E4-4FE2-8E29-80F99EAEA3FD}" destId="{D61030C2-5BAD-40C5-93C8-3EFE0B72D596}" srcOrd="1" destOrd="0" presId="urn:microsoft.com/office/officeart/2018/2/layout/IconVerticalSolidList"/>
    <dgm:cxn modelId="{4ED5A92F-5759-4D2C-9D5D-6E4C05633171}" type="presParOf" srcId="{E17BF532-A3E4-4FE2-8E29-80F99EAEA3FD}" destId="{C0E527F2-AF6D-494E-BFA5-D6BA0EEB90BB}" srcOrd="2" destOrd="0" presId="urn:microsoft.com/office/officeart/2018/2/layout/IconVerticalSolidList"/>
    <dgm:cxn modelId="{6AC6EDE0-ACF2-4FE9-97F3-51BF2A26D9D6}" type="presParOf" srcId="{E17BF532-A3E4-4FE2-8E29-80F99EAEA3FD}" destId="{5743D697-3864-4AC9-8143-C8711494C648}" srcOrd="3" destOrd="0" presId="urn:microsoft.com/office/officeart/2018/2/layout/IconVerticalSolidList"/>
    <dgm:cxn modelId="{46652A09-1041-41F6-8DC0-91CD801B0416}" type="presParOf" srcId="{084A271A-4113-4F20-ACDF-A064760AF54C}" destId="{ABC68FDE-114C-4841-AB24-074D5B907DC0}" srcOrd="3" destOrd="0" presId="urn:microsoft.com/office/officeart/2018/2/layout/IconVerticalSolidList"/>
    <dgm:cxn modelId="{4DF3D858-B414-4664-BF7A-21F03FB2797A}" type="presParOf" srcId="{084A271A-4113-4F20-ACDF-A064760AF54C}" destId="{FC59D9F8-FCD5-4C24-B337-9663EACE8FBF}" srcOrd="4" destOrd="0" presId="urn:microsoft.com/office/officeart/2018/2/layout/IconVerticalSolidList"/>
    <dgm:cxn modelId="{B78BE985-42A9-4EE2-B72D-53E966283244}" type="presParOf" srcId="{FC59D9F8-FCD5-4C24-B337-9663EACE8FBF}" destId="{044BDF71-3D74-4B68-8EF8-698BB3919D70}" srcOrd="0" destOrd="0" presId="urn:microsoft.com/office/officeart/2018/2/layout/IconVerticalSolidList"/>
    <dgm:cxn modelId="{85DE5BFF-1845-40CF-BC96-A6140FCA85B8}" type="presParOf" srcId="{FC59D9F8-FCD5-4C24-B337-9663EACE8FBF}" destId="{4327C4DF-F822-4E9B-AA87-6312E7F1FBB9}" srcOrd="1" destOrd="0" presId="urn:microsoft.com/office/officeart/2018/2/layout/IconVerticalSolidList"/>
    <dgm:cxn modelId="{C711C07C-3CAB-4894-91D9-E4E4D73E4E2B}" type="presParOf" srcId="{FC59D9F8-FCD5-4C24-B337-9663EACE8FBF}" destId="{B04114C9-B709-447B-B35C-61AFC19A74CE}" srcOrd="2" destOrd="0" presId="urn:microsoft.com/office/officeart/2018/2/layout/IconVerticalSolidList"/>
    <dgm:cxn modelId="{F135A25A-06C1-4EDE-BB33-7505BE4BD152}" type="presParOf" srcId="{FC59D9F8-FCD5-4C24-B337-9663EACE8FBF}" destId="{B6995748-6559-4430-897C-6F583A63C58B}" srcOrd="3" destOrd="0" presId="urn:microsoft.com/office/officeart/2018/2/layout/IconVerticalSolidList"/>
    <dgm:cxn modelId="{62C6DC57-775F-4D38-87FB-CE45298CDF1E}" type="presParOf" srcId="{084A271A-4113-4F20-ACDF-A064760AF54C}" destId="{D438874B-872D-4A2E-849F-31E52FE79E58}" srcOrd="5" destOrd="0" presId="urn:microsoft.com/office/officeart/2018/2/layout/IconVerticalSolidList"/>
    <dgm:cxn modelId="{BA63E2C0-1E03-421E-9445-6BDADAF132FE}" type="presParOf" srcId="{084A271A-4113-4F20-ACDF-A064760AF54C}" destId="{1763BBD6-7F2F-46FA-A274-0B1D53F578E7}" srcOrd="6" destOrd="0" presId="urn:microsoft.com/office/officeart/2018/2/layout/IconVerticalSolidList"/>
    <dgm:cxn modelId="{B4F95BF8-2FE4-4CB1-97DF-14F458E33EA8}" type="presParOf" srcId="{1763BBD6-7F2F-46FA-A274-0B1D53F578E7}" destId="{20F8F224-21F7-4364-BD0C-401621860B45}" srcOrd="0" destOrd="0" presId="urn:microsoft.com/office/officeart/2018/2/layout/IconVerticalSolidList"/>
    <dgm:cxn modelId="{ACAB017C-E58F-471F-8192-7344BA6C6E16}" type="presParOf" srcId="{1763BBD6-7F2F-46FA-A274-0B1D53F578E7}" destId="{75E99FA5-9690-4715-9326-0766D52D9FBF}" srcOrd="1" destOrd="0" presId="urn:microsoft.com/office/officeart/2018/2/layout/IconVerticalSolidList"/>
    <dgm:cxn modelId="{C97B4E18-4287-4B23-91DE-D0B8D74F1639}" type="presParOf" srcId="{1763BBD6-7F2F-46FA-A274-0B1D53F578E7}" destId="{EED73FC4-E93A-4799-A271-07205C60D94D}" srcOrd="2" destOrd="0" presId="urn:microsoft.com/office/officeart/2018/2/layout/IconVerticalSolidList"/>
    <dgm:cxn modelId="{F1F1A05E-21C8-4CFD-A2AA-2A406C0B6FB9}" type="presParOf" srcId="{1763BBD6-7F2F-46FA-A274-0B1D53F578E7}" destId="{E4507FC4-4A7D-4617-8EDC-E981B4067343}" srcOrd="3" destOrd="0" presId="urn:microsoft.com/office/officeart/2018/2/layout/IconVerticalSolidList"/>
    <dgm:cxn modelId="{3E6E9784-F547-4E9D-843C-AEC25688DFDD}" type="presParOf" srcId="{084A271A-4113-4F20-ACDF-A064760AF54C}" destId="{1EDADD9F-324C-45FE-B136-95BB152B001D}" srcOrd="7" destOrd="0" presId="urn:microsoft.com/office/officeart/2018/2/layout/IconVerticalSolidList"/>
    <dgm:cxn modelId="{1DB5A07F-F2CF-478D-8C8E-33CE194110A0}" type="presParOf" srcId="{084A271A-4113-4F20-ACDF-A064760AF54C}" destId="{11BDF9B5-4F53-4904-BFFC-681F97A1F317}" srcOrd="8" destOrd="0" presId="urn:microsoft.com/office/officeart/2018/2/layout/IconVerticalSolidList"/>
    <dgm:cxn modelId="{FC8BFBFA-6D9F-4931-9728-15E61A02E5AB}" type="presParOf" srcId="{11BDF9B5-4F53-4904-BFFC-681F97A1F317}" destId="{A656A1A9-5C0B-468C-AC98-9480D232F64B}" srcOrd="0" destOrd="0" presId="urn:microsoft.com/office/officeart/2018/2/layout/IconVerticalSolidList"/>
    <dgm:cxn modelId="{1A1E901A-B8B4-4C39-8B56-8F49D14FB365}" type="presParOf" srcId="{11BDF9B5-4F53-4904-BFFC-681F97A1F317}" destId="{C4B71B30-FFE3-406F-AB6E-1F71BA35FE5A}" srcOrd="1" destOrd="0" presId="urn:microsoft.com/office/officeart/2018/2/layout/IconVerticalSolidList"/>
    <dgm:cxn modelId="{18AF587C-4E1F-4891-A5E9-41A9F1FA0005}" type="presParOf" srcId="{11BDF9B5-4F53-4904-BFFC-681F97A1F317}" destId="{AA8B50C6-FE0F-4A96-BB57-C30944EFC864}" srcOrd="2" destOrd="0" presId="urn:microsoft.com/office/officeart/2018/2/layout/IconVerticalSolidList"/>
    <dgm:cxn modelId="{074C6A34-8868-4AF2-8A64-221E91B95FB9}" type="presParOf" srcId="{11BDF9B5-4F53-4904-BFFC-681F97A1F317}" destId="{80222427-1A0A-4648-A8AB-EE99D18888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B8A2BB-CC1B-477E-9CB2-6DCE928CAD95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8EEEFD0-2F44-4DA7-8961-A4CDFDFC56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2012, the median housing prices were significantly lower than 2023</a:t>
          </a:r>
        </a:p>
      </dgm:t>
    </dgm:pt>
    <dgm:pt modelId="{DC4BFA4E-0FAD-4631-8874-A64C5E4EEF26}" type="parTrans" cxnId="{18135EC2-3CB5-488D-A39E-199213EABFA2}">
      <dgm:prSet/>
      <dgm:spPr/>
      <dgm:t>
        <a:bodyPr/>
        <a:lstStyle/>
        <a:p>
          <a:endParaRPr lang="en-US"/>
        </a:p>
      </dgm:t>
    </dgm:pt>
    <dgm:pt modelId="{C09BA963-40F3-4CC3-9740-31848E04FE59}" type="sibTrans" cxnId="{18135EC2-3CB5-488D-A39E-199213EABFA2}">
      <dgm:prSet/>
      <dgm:spPr/>
      <dgm:t>
        <a:bodyPr/>
        <a:lstStyle/>
        <a:p>
          <a:endParaRPr lang="en-US"/>
        </a:p>
      </dgm:t>
    </dgm:pt>
    <dgm:pt modelId="{119F14E0-5EB5-4A21-9AEA-BDC20AF57C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see</a:t>
          </a:r>
          <a:r>
            <a:rPr lang="en-US">
              <a:latin typeface="Aptos Display" panose="02110004020202020204"/>
            </a:rPr>
            <a:t> above</a:t>
          </a:r>
          <a:r>
            <a:rPr lang="en-US"/>
            <a:t> </a:t>
          </a:r>
          <a:r>
            <a:rPr lang="en-US">
              <a:latin typeface="Aptos Display" panose="02110004020202020204"/>
            </a:rPr>
            <a:t>a </a:t>
          </a:r>
          <a:r>
            <a:rPr lang="en-US"/>
            <a:t>200% jump in the cost of houses over the last 10 years</a:t>
          </a:r>
        </a:p>
      </dgm:t>
    </dgm:pt>
    <dgm:pt modelId="{5C609FDF-B4BF-4901-9DAF-C87C75107B98}" type="parTrans" cxnId="{5FA29FCC-901E-4B3D-9D31-E1CA446D6281}">
      <dgm:prSet/>
      <dgm:spPr/>
      <dgm:t>
        <a:bodyPr/>
        <a:lstStyle/>
        <a:p>
          <a:endParaRPr lang="en-US"/>
        </a:p>
      </dgm:t>
    </dgm:pt>
    <dgm:pt modelId="{EB03C86C-1189-4693-A3C9-6AB918AC1932}" type="sibTrans" cxnId="{5FA29FCC-901E-4B3D-9D31-E1CA446D6281}">
      <dgm:prSet/>
      <dgm:spPr/>
      <dgm:t>
        <a:bodyPr/>
        <a:lstStyle/>
        <a:p>
          <a:endParaRPr lang="en-US"/>
        </a:p>
      </dgm:t>
    </dgm:pt>
    <dgm:pt modelId="{FE551C59-1592-4E97-AD11-D6543D647E71}" type="pres">
      <dgm:prSet presAssocID="{9AB8A2BB-CC1B-477E-9CB2-6DCE928CAD95}" presName="root" presStyleCnt="0">
        <dgm:presLayoutVars>
          <dgm:dir/>
          <dgm:resizeHandles val="exact"/>
        </dgm:presLayoutVars>
      </dgm:prSet>
      <dgm:spPr/>
    </dgm:pt>
    <dgm:pt modelId="{036DBDCA-86B2-420C-9D77-CFE23F4C79D0}" type="pres">
      <dgm:prSet presAssocID="{18EEEFD0-2F44-4DA7-8961-A4CDFDFC5687}" presName="compNode" presStyleCnt="0"/>
      <dgm:spPr/>
    </dgm:pt>
    <dgm:pt modelId="{7709D3F0-5D6E-4192-969E-17A899B093F1}" type="pres">
      <dgm:prSet presAssocID="{18EEEFD0-2F44-4DA7-8961-A4CDFDFC568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7DC5F018-203D-4A15-8B8E-108AB59C6305}" type="pres">
      <dgm:prSet presAssocID="{18EEEFD0-2F44-4DA7-8961-A4CDFDFC5687}" presName="spaceRect" presStyleCnt="0"/>
      <dgm:spPr/>
    </dgm:pt>
    <dgm:pt modelId="{4C05F25F-A70D-4EDE-8E69-2FB78474BB9D}" type="pres">
      <dgm:prSet presAssocID="{18EEEFD0-2F44-4DA7-8961-A4CDFDFC5687}" presName="textRect" presStyleLbl="revTx" presStyleIdx="0" presStyleCnt="2">
        <dgm:presLayoutVars>
          <dgm:chMax val="1"/>
          <dgm:chPref val="1"/>
        </dgm:presLayoutVars>
      </dgm:prSet>
      <dgm:spPr/>
    </dgm:pt>
    <dgm:pt modelId="{46936E6C-901C-4423-AC6B-1F6ABFC3EDBC}" type="pres">
      <dgm:prSet presAssocID="{C09BA963-40F3-4CC3-9740-31848E04FE59}" presName="sibTrans" presStyleCnt="0"/>
      <dgm:spPr/>
    </dgm:pt>
    <dgm:pt modelId="{1A5E6DE9-1D0C-4B79-9C44-A49255E19C38}" type="pres">
      <dgm:prSet presAssocID="{119F14E0-5EB5-4A21-9AEA-BDC20AF57C77}" presName="compNode" presStyleCnt="0"/>
      <dgm:spPr/>
    </dgm:pt>
    <dgm:pt modelId="{C06615BD-E53D-4B52-8879-48662F84ACE5}" type="pres">
      <dgm:prSet presAssocID="{119F14E0-5EB5-4A21-9AEA-BDC20AF57C7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88405F06-108A-4F1C-855E-DFFFD2C49F3D}" type="pres">
      <dgm:prSet presAssocID="{119F14E0-5EB5-4A21-9AEA-BDC20AF57C77}" presName="spaceRect" presStyleCnt="0"/>
      <dgm:spPr/>
    </dgm:pt>
    <dgm:pt modelId="{874D1326-1B1E-496E-B3B6-5EADA0B4C9B6}" type="pres">
      <dgm:prSet presAssocID="{119F14E0-5EB5-4A21-9AEA-BDC20AF57C7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FFCBCA5-8DC6-478B-8D01-4068461001A0}" type="presOf" srcId="{9AB8A2BB-CC1B-477E-9CB2-6DCE928CAD95}" destId="{FE551C59-1592-4E97-AD11-D6543D647E71}" srcOrd="0" destOrd="0" presId="urn:microsoft.com/office/officeart/2018/2/layout/IconLabelList"/>
    <dgm:cxn modelId="{18135EC2-3CB5-488D-A39E-199213EABFA2}" srcId="{9AB8A2BB-CC1B-477E-9CB2-6DCE928CAD95}" destId="{18EEEFD0-2F44-4DA7-8961-A4CDFDFC5687}" srcOrd="0" destOrd="0" parTransId="{DC4BFA4E-0FAD-4631-8874-A64C5E4EEF26}" sibTransId="{C09BA963-40F3-4CC3-9740-31848E04FE59}"/>
    <dgm:cxn modelId="{5FA29FCC-901E-4B3D-9D31-E1CA446D6281}" srcId="{9AB8A2BB-CC1B-477E-9CB2-6DCE928CAD95}" destId="{119F14E0-5EB5-4A21-9AEA-BDC20AF57C77}" srcOrd="1" destOrd="0" parTransId="{5C609FDF-B4BF-4901-9DAF-C87C75107B98}" sibTransId="{EB03C86C-1189-4693-A3C9-6AB918AC1932}"/>
    <dgm:cxn modelId="{2EEB5ECF-06A1-49E7-9D98-CB0CCD8B0DC6}" type="presOf" srcId="{119F14E0-5EB5-4A21-9AEA-BDC20AF57C77}" destId="{874D1326-1B1E-496E-B3B6-5EADA0B4C9B6}" srcOrd="0" destOrd="0" presId="urn:microsoft.com/office/officeart/2018/2/layout/IconLabelList"/>
    <dgm:cxn modelId="{FCCAFFDF-142B-4D95-9A04-6FEE306133ED}" type="presOf" srcId="{18EEEFD0-2F44-4DA7-8961-A4CDFDFC5687}" destId="{4C05F25F-A70D-4EDE-8E69-2FB78474BB9D}" srcOrd="0" destOrd="0" presId="urn:microsoft.com/office/officeart/2018/2/layout/IconLabelList"/>
    <dgm:cxn modelId="{4DFF15AB-87C1-4177-B91E-169D08442969}" type="presParOf" srcId="{FE551C59-1592-4E97-AD11-D6543D647E71}" destId="{036DBDCA-86B2-420C-9D77-CFE23F4C79D0}" srcOrd="0" destOrd="0" presId="urn:microsoft.com/office/officeart/2018/2/layout/IconLabelList"/>
    <dgm:cxn modelId="{C6445505-6765-4B1D-A900-7882CA919818}" type="presParOf" srcId="{036DBDCA-86B2-420C-9D77-CFE23F4C79D0}" destId="{7709D3F0-5D6E-4192-969E-17A899B093F1}" srcOrd="0" destOrd="0" presId="urn:microsoft.com/office/officeart/2018/2/layout/IconLabelList"/>
    <dgm:cxn modelId="{A33CB892-90AB-40A6-9C50-47C4F0A52D60}" type="presParOf" srcId="{036DBDCA-86B2-420C-9D77-CFE23F4C79D0}" destId="{7DC5F018-203D-4A15-8B8E-108AB59C6305}" srcOrd="1" destOrd="0" presId="urn:microsoft.com/office/officeart/2018/2/layout/IconLabelList"/>
    <dgm:cxn modelId="{9076EF45-8685-4B7B-9A16-EAE2820DCD76}" type="presParOf" srcId="{036DBDCA-86B2-420C-9D77-CFE23F4C79D0}" destId="{4C05F25F-A70D-4EDE-8E69-2FB78474BB9D}" srcOrd="2" destOrd="0" presId="urn:microsoft.com/office/officeart/2018/2/layout/IconLabelList"/>
    <dgm:cxn modelId="{5563C191-2D2A-4EFB-96AF-38462D5311D3}" type="presParOf" srcId="{FE551C59-1592-4E97-AD11-D6543D647E71}" destId="{46936E6C-901C-4423-AC6B-1F6ABFC3EDBC}" srcOrd="1" destOrd="0" presId="urn:microsoft.com/office/officeart/2018/2/layout/IconLabelList"/>
    <dgm:cxn modelId="{2066B182-A3AD-4262-BA19-9C7D97E5D8D8}" type="presParOf" srcId="{FE551C59-1592-4E97-AD11-D6543D647E71}" destId="{1A5E6DE9-1D0C-4B79-9C44-A49255E19C38}" srcOrd="2" destOrd="0" presId="urn:microsoft.com/office/officeart/2018/2/layout/IconLabelList"/>
    <dgm:cxn modelId="{978A3A79-7E5A-4A7A-9E08-9246BF223196}" type="presParOf" srcId="{1A5E6DE9-1D0C-4B79-9C44-A49255E19C38}" destId="{C06615BD-E53D-4B52-8879-48662F84ACE5}" srcOrd="0" destOrd="0" presId="urn:microsoft.com/office/officeart/2018/2/layout/IconLabelList"/>
    <dgm:cxn modelId="{1D9D4482-44CE-4836-837F-8F7C8B080311}" type="presParOf" srcId="{1A5E6DE9-1D0C-4B79-9C44-A49255E19C38}" destId="{88405F06-108A-4F1C-855E-DFFFD2C49F3D}" srcOrd="1" destOrd="0" presId="urn:microsoft.com/office/officeart/2018/2/layout/IconLabelList"/>
    <dgm:cxn modelId="{E77C9107-2C87-46C1-A97B-C733D9AA3981}" type="presParOf" srcId="{1A5E6DE9-1D0C-4B79-9C44-A49255E19C38}" destId="{874D1326-1B1E-496E-B3B6-5EADA0B4C9B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B8A2BB-CC1B-477E-9CB2-6DCE928CAD9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EEEFD0-2F44-4DA7-8961-A4CDFDFC56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2200">
              <a:latin typeface="Aptos"/>
            </a:rPr>
            <a:t>Salaries have increased, but not nearly as much as housing prices</a:t>
          </a:r>
        </a:p>
      </dgm:t>
    </dgm:pt>
    <dgm:pt modelId="{DC4BFA4E-0FAD-4631-8874-A64C5E4EEF26}" type="parTrans" cxnId="{18135EC2-3CB5-488D-A39E-199213EABFA2}">
      <dgm:prSet/>
      <dgm:spPr/>
      <dgm:t>
        <a:bodyPr/>
        <a:lstStyle/>
        <a:p>
          <a:endParaRPr lang="en-US"/>
        </a:p>
      </dgm:t>
    </dgm:pt>
    <dgm:pt modelId="{C09BA963-40F3-4CC3-9740-31848E04FE59}" type="sibTrans" cxnId="{18135EC2-3CB5-488D-A39E-199213EABFA2}">
      <dgm:prSet/>
      <dgm:spPr/>
      <dgm:t>
        <a:bodyPr/>
        <a:lstStyle/>
        <a:p>
          <a:endParaRPr lang="en-US"/>
        </a:p>
      </dgm:t>
    </dgm:pt>
    <dgm:pt modelId="{119F14E0-5EB5-4A21-9AEA-BDC20AF57C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2200">
              <a:latin typeface="Aptos"/>
            </a:rPr>
            <a:t>Salaries only have around a 50% increase in the last 10 years</a:t>
          </a:r>
        </a:p>
      </dgm:t>
    </dgm:pt>
    <dgm:pt modelId="{5C609FDF-B4BF-4901-9DAF-C87C75107B98}" type="parTrans" cxnId="{5FA29FCC-901E-4B3D-9D31-E1CA446D6281}">
      <dgm:prSet/>
      <dgm:spPr/>
      <dgm:t>
        <a:bodyPr/>
        <a:lstStyle/>
        <a:p>
          <a:endParaRPr lang="en-US"/>
        </a:p>
      </dgm:t>
    </dgm:pt>
    <dgm:pt modelId="{EB03C86C-1189-4693-A3C9-6AB918AC1932}" type="sibTrans" cxnId="{5FA29FCC-901E-4B3D-9D31-E1CA446D6281}">
      <dgm:prSet/>
      <dgm:spPr/>
      <dgm:t>
        <a:bodyPr/>
        <a:lstStyle/>
        <a:p>
          <a:endParaRPr lang="en-US"/>
        </a:p>
      </dgm:t>
    </dgm:pt>
    <dgm:pt modelId="{FE551C59-1592-4E97-AD11-D6543D647E71}" type="pres">
      <dgm:prSet presAssocID="{9AB8A2BB-CC1B-477E-9CB2-6DCE928CAD95}" presName="root" presStyleCnt="0">
        <dgm:presLayoutVars>
          <dgm:dir/>
          <dgm:resizeHandles val="exact"/>
        </dgm:presLayoutVars>
      </dgm:prSet>
      <dgm:spPr/>
    </dgm:pt>
    <dgm:pt modelId="{036DBDCA-86B2-420C-9D77-CFE23F4C79D0}" type="pres">
      <dgm:prSet presAssocID="{18EEEFD0-2F44-4DA7-8961-A4CDFDFC5687}" presName="compNode" presStyleCnt="0"/>
      <dgm:spPr/>
    </dgm:pt>
    <dgm:pt modelId="{7709D3F0-5D6E-4192-969E-17A899B093F1}" type="pres">
      <dgm:prSet presAssocID="{18EEEFD0-2F44-4DA7-8961-A4CDFDFC568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7DC5F018-203D-4A15-8B8E-108AB59C6305}" type="pres">
      <dgm:prSet presAssocID="{18EEEFD0-2F44-4DA7-8961-A4CDFDFC5687}" presName="spaceRect" presStyleCnt="0"/>
      <dgm:spPr/>
    </dgm:pt>
    <dgm:pt modelId="{4C05F25F-A70D-4EDE-8E69-2FB78474BB9D}" type="pres">
      <dgm:prSet presAssocID="{18EEEFD0-2F44-4DA7-8961-A4CDFDFC5687}" presName="textRect" presStyleLbl="revTx" presStyleIdx="0" presStyleCnt="2">
        <dgm:presLayoutVars>
          <dgm:chMax val="1"/>
          <dgm:chPref val="1"/>
        </dgm:presLayoutVars>
      </dgm:prSet>
      <dgm:spPr/>
    </dgm:pt>
    <dgm:pt modelId="{46936E6C-901C-4423-AC6B-1F6ABFC3EDBC}" type="pres">
      <dgm:prSet presAssocID="{C09BA963-40F3-4CC3-9740-31848E04FE59}" presName="sibTrans" presStyleCnt="0"/>
      <dgm:spPr/>
    </dgm:pt>
    <dgm:pt modelId="{1A5E6DE9-1D0C-4B79-9C44-A49255E19C38}" type="pres">
      <dgm:prSet presAssocID="{119F14E0-5EB5-4A21-9AEA-BDC20AF57C77}" presName="compNode" presStyleCnt="0"/>
      <dgm:spPr/>
    </dgm:pt>
    <dgm:pt modelId="{C06615BD-E53D-4B52-8879-48662F84ACE5}" type="pres">
      <dgm:prSet presAssocID="{119F14E0-5EB5-4A21-9AEA-BDC20AF57C7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88405F06-108A-4F1C-855E-DFFFD2C49F3D}" type="pres">
      <dgm:prSet presAssocID="{119F14E0-5EB5-4A21-9AEA-BDC20AF57C77}" presName="spaceRect" presStyleCnt="0"/>
      <dgm:spPr/>
    </dgm:pt>
    <dgm:pt modelId="{874D1326-1B1E-496E-B3B6-5EADA0B4C9B6}" type="pres">
      <dgm:prSet presAssocID="{119F14E0-5EB5-4A21-9AEA-BDC20AF57C7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239D472-9FA8-4C70-966C-090FAFC09D17}" type="presOf" srcId="{9AB8A2BB-CC1B-477E-9CB2-6DCE928CAD95}" destId="{FE551C59-1592-4E97-AD11-D6543D647E71}" srcOrd="0" destOrd="0" presId="urn:microsoft.com/office/officeart/2018/2/layout/IconLabelList"/>
    <dgm:cxn modelId="{7F2FA6A8-315D-40D4-937F-72A26A99BFD0}" type="presOf" srcId="{18EEEFD0-2F44-4DA7-8961-A4CDFDFC5687}" destId="{4C05F25F-A70D-4EDE-8E69-2FB78474BB9D}" srcOrd="0" destOrd="0" presId="urn:microsoft.com/office/officeart/2018/2/layout/IconLabelList"/>
    <dgm:cxn modelId="{18135EC2-3CB5-488D-A39E-199213EABFA2}" srcId="{9AB8A2BB-CC1B-477E-9CB2-6DCE928CAD95}" destId="{18EEEFD0-2F44-4DA7-8961-A4CDFDFC5687}" srcOrd="0" destOrd="0" parTransId="{DC4BFA4E-0FAD-4631-8874-A64C5E4EEF26}" sibTransId="{C09BA963-40F3-4CC3-9740-31848E04FE59}"/>
    <dgm:cxn modelId="{5FA29FCC-901E-4B3D-9D31-E1CA446D6281}" srcId="{9AB8A2BB-CC1B-477E-9CB2-6DCE928CAD95}" destId="{119F14E0-5EB5-4A21-9AEA-BDC20AF57C77}" srcOrd="1" destOrd="0" parTransId="{5C609FDF-B4BF-4901-9DAF-C87C75107B98}" sibTransId="{EB03C86C-1189-4693-A3C9-6AB918AC1932}"/>
    <dgm:cxn modelId="{47C25FD3-2DFB-4B04-AB05-6AB06D3E86CA}" type="presOf" srcId="{119F14E0-5EB5-4A21-9AEA-BDC20AF57C77}" destId="{874D1326-1B1E-496E-B3B6-5EADA0B4C9B6}" srcOrd="0" destOrd="0" presId="urn:microsoft.com/office/officeart/2018/2/layout/IconLabelList"/>
    <dgm:cxn modelId="{F1BBE860-8704-49C0-B654-853428EC4819}" type="presParOf" srcId="{FE551C59-1592-4E97-AD11-D6543D647E71}" destId="{036DBDCA-86B2-420C-9D77-CFE23F4C79D0}" srcOrd="0" destOrd="0" presId="urn:microsoft.com/office/officeart/2018/2/layout/IconLabelList"/>
    <dgm:cxn modelId="{63ADC1A3-3074-4C98-932C-EBE4F8F49F3B}" type="presParOf" srcId="{036DBDCA-86B2-420C-9D77-CFE23F4C79D0}" destId="{7709D3F0-5D6E-4192-969E-17A899B093F1}" srcOrd="0" destOrd="0" presId="urn:microsoft.com/office/officeart/2018/2/layout/IconLabelList"/>
    <dgm:cxn modelId="{5FE8911A-CB34-4E90-ABE5-81AAF28051F9}" type="presParOf" srcId="{036DBDCA-86B2-420C-9D77-CFE23F4C79D0}" destId="{7DC5F018-203D-4A15-8B8E-108AB59C6305}" srcOrd="1" destOrd="0" presId="urn:microsoft.com/office/officeart/2018/2/layout/IconLabelList"/>
    <dgm:cxn modelId="{ACB9494A-361F-42ED-A20C-9B8A0E01A638}" type="presParOf" srcId="{036DBDCA-86B2-420C-9D77-CFE23F4C79D0}" destId="{4C05F25F-A70D-4EDE-8E69-2FB78474BB9D}" srcOrd="2" destOrd="0" presId="urn:microsoft.com/office/officeart/2018/2/layout/IconLabelList"/>
    <dgm:cxn modelId="{60EF2367-258C-4CEE-A5FF-7E92965B1769}" type="presParOf" srcId="{FE551C59-1592-4E97-AD11-D6543D647E71}" destId="{46936E6C-901C-4423-AC6B-1F6ABFC3EDBC}" srcOrd="1" destOrd="0" presId="urn:microsoft.com/office/officeart/2018/2/layout/IconLabelList"/>
    <dgm:cxn modelId="{11B3EEAA-8418-4B0D-8CCD-7BC6C6189A61}" type="presParOf" srcId="{FE551C59-1592-4E97-AD11-D6543D647E71}" destId="{1A5E6DE9-1D0C-4B79-9C44-A49255E19C38}" srcOrd="2" destOrd="0" presId="urn:microsoft.com/office/officeart/2018/2/layout/IconLabelList"/>
    <dgm:cxn modelId="{F4D5A11B-4733-4409-A8EB-59601472A156}" type="presParOf" srcId="{1A5E6DE9-1D0C-4B79-9C44-A49255E19C38}" destId="{C06615BD-E53D-4B52-8879-48662F84ACE5}" srcOrd="0" destOrd="0" presId="urn:microsoft.com/office/officeart/2018/2/layout/IconLabelList"/>
    <dgm:cxn modelId="{E2ED24DF-B86A-4BF7-A2D9-E0C6A7376D5C}" type="presParOf" srcId="{1A5E6DE9-1D0C-4B79-9C44-A49255E19C38}" destId="{88405F06-108A-4F1C-855E-DFFFD2C49F3D}" srcOrd="1" destOrd="0" presId="urn:microsoft.com/office/officeart/2018/2/layout/IconLabelList"/>
    <dgm:cxn modelId="{0C512371-98CE-4160-80A5-9CEEC2E1932B}" type="presParOf" srcId="{1A5E6DE9-1D0C-4B79-9C44-A49255E19C38}" destId="{874D1326-1B1E-496E-B3B6-5EADA0B4C9B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B8A2BB-CC1B-477E-9CB2-6DCE928CAD9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EEEFD0-2F44-4DA7-8961-A4CDFDFC56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2200">
              <a:latin typeface="Aptos"/>
            </a:rPr>
            <a:t>CPI has generally increased among all regions over 2012-2023</a:t>
          </a:r>
        </a:p>
      </dgm:t>
    </dgm:pt>
    <dgm:pt modelId="{DC4BFA4E-0FAD-4631-8874-A64C5E4EEF26}" type="parTrans" cxnId="{18135EC2-3CB5-488D-A39E-199213EABFA2}">
      <dgm:prSet/>
      <dgm:spPr/>
      <dgm:t>
        <a:bodyPr/>
        <a:lstStyle/>
        <a:p>
          <a:endParaRPr lang="en-US"/>
        </a:p>
      </dgm:t>
    </dgm:pt>
    <dgm:pt modelId="{C09BA963-40F3-4CC3-9740-31848E04FE59}" type="sibTrans" cxnId="{18135EC2-3CB5-488D-A39E-199213EABFA2}">
      <dgm:prSet/>
      <dgm:spPr/>
      <dgm:t>
        <a:bodyPr/>
        <a:lstStyle/>
        <a:p>
          <a:endParaRPr lang="en-US"/>
        </a:p>
      </dgm:t>
    </dgm:pt>
    <dgm:pt modelId="{119F14E0-5EB5-4A21-9AEA-BDC20AF57C7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2200">
              <a:latin typeface="Aptos"/>
            </a:rPr>
            <a:t>Riverside region is overall the lowest by far and San Diego is the highest followed by San Francisco</a:t>
          </a:r>
        </a:p>
      </dgm:t>
    </dgm:pt>
    <dgm:pt modelId="{5C609FDF-B4BF-4901-9DAF-C87C75107B98}" type="parTrans" cxnId="{5FA29FCC-901E-4B3D-9D31-E1CA446D6281}">
      <dgm:prSet/>
      <dgm:spPr/>
      <dgm:t>
        <a:bodyPr/>
        <a:lstStyle/>
        <a:p>
          <a:endParaRPr lang="en-US"/>
        </a:p>
      </dgm:t>
    </dgm:pt>
    <dgm:pt modelId="{EB03C86C-1189-4693-A3C9-6AB918AC1932}" type="sibTrans" cxnId="{5FA29FCC-901E-4B3D-9D31-E1CA446D6281}">
      <dgm:prSet/>
      <dgm:spPr/>
      <dgm:t>
        <a:bodyPr/>
        <a:lstStyle/>
        <a:p>
          <a:endParaRPr lang="en-US"/>
        </a:p>
      </dgm:t>
    </dgm:pt>
    <dgm:pt modelId="{FE551C59-1592-4E97-AD11-D6543D647E71}" type="pres">
      <dgm:prSet presAssocID="{9AB8A2BB-CC1B-477E-9CB2-6DCE928CAD95}" presName="root" presStyleCnt="0">
        <dgm:presLayoutVars>
          <dgm:dir/>
          <dgm:resizeHandles val="exact"/>
        </dgm:presLayoutVars>
      </dgm:prSet>
      <dgm:spPr/>
    </dgm:pt>
    <dgm:pt modelId="{036DBDCA-86B2-420C-9D77-CFE23F4C79D0}" type="pres">
      <dgm:prSet presAssocID="{18EEEFD0-2F44-4DA7-8961-A4CDFDFC5687}" presName="compNode" presStyleCnt="0"/>
      <dgm:spPr/>
    </dgm:pt>
    <dgm:pt modelId="{7709D3F0-5D6E-4192-969E-17A899B093F1}" type="pres">
      <dgm:prSet presAssocID="{18EEEFD0-2F44-4DA7-8961-A4CDFDFC568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7DC5F018-203D-4A15-8B8E-108AB59C6305}" type="pres">
      <dgm:prSet presAssocID="{18EEEFD0-2F44-4DA7-8961-A4CDFDFC5687}" presName="spaceRect" presStyleCnt="0"/>
      <dgm:spPr/>
    </dgm:pt>
    <dgm:pt modelId="{4C05F25F-A70D-4EDE-8E69-2FB78474BB9D}" type="pres">
      <dgm:prSet presAssocID="{18EEEFD0-2F44-4DA7-8961-A4CDFDFC5687}" presName="textRect" presStyleLbl="revTx" presStyleIdx="0" presStyleCnt="2">
        <dgm:presLayoutVars>
          <dgm:chMax val="1"/>
          <dgm:chPref val="1"/>
        </dgm:presLayoutVars>
      </dgm:prSet>
      <dgm:spPr/>
    </dgm:pt>
    <dgm:pt modelId="{46936E6C-901C-4423-AC6B-1F6ABFC3EDBC}" type="pres">
      <dgm:prSet presAssocID="{C09BA963-40F3-4CC3-9740-31848E04FE59}" presName="sibTrans" presStyleCnt="0"/>
      <dgm:spPr/>
    </dgm:pt>
    <dgm:pt modelId="{1A5E6DE9-1D0C-4B79-9C44-A49255E19C38}" type="pres">
      <dgm:prSet presAssocID="{119F14E0-5EB5-4A21-9AEA-BDC20AF57C77}" presName="compNode" presStyleCnt="0"/>
      <dgm:spPr/>
    </dgm:pt>
    <dgm:pt modelId="{C06615BD-E53D-4B52-8879-48662F84ACE5}" type="pres">
      <dgm:prSet presAssocID="{119F14E0-5EB5-4A21-9AEA-BDC20AF57C7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88405F06-108A-4F1C-855E-DFFFD2C49F3D}" type="pres">
      <dgm:prSet presAssocID="{119F14E0-5EB5-4A21-9AEA-BDC20AF57C77}" presName="spaceRect" presStyleCnt="0"/>
      <dgm:spPr/>
    </dgm:pt>
    <dgm:pt modelId="{874D1326-1B1E-496E-B3B6-5EADA0B4C9B6}" type="pres">
      <dgm:prSet presAssocID="{119F14E0-5EB5-4A21-9AEA-BDC20AF57C7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01ED573-AEFB-4704-8AC2-FD6D3FAAE86D}" type="presOf" srcId="{119F14E0-5EB5-4A21-9AEA-BDC20AF57C77}" destId="{874D1326-1B1E-496E-B3B6-5EADA0B4C9B6}" srcOrd="0" destOrd="0" presId="urn:microsoft.com/office/officeart/2018/2/layout/IconLabelList"/>
    <dgm:cxn modelId="{7990FF53-3B36-4BD2-992B-0ED740705726}" type="presOf" srcId="{18EEEFD0-2F44-4DA7-8961-A4CDFDFC5687}" destId="{4C05F25F-A70D-4EDE-8E69-2FB78474BB9D}" srcOrd="0" destOrd="0" presId="urn:microsoft.com/office/officeart/2018/2/layout/IconLabelList"/>
    <dgm:cxn modelId="{2FFCBCA5-8DC6-478B-8D01-4068461001A0}" type="presOf" srcId="{9AB8A2BB-CC1B-477E-9CB2-6DCE928CAD95}" destId="{FE551C59-1592-4E97-AD11-D6543D647E71}" srcOrd="0" destOrd="0" presId="urn:microsoft.com/office/officeart/2018/2/layout/IconLabelList"/>
    <dgm:cxn modelId="{18135EC2-3CB5-488D-A39E-199213EABFA2}" srcId="{9AB8A2BB-CC1B-477E-9CB2-6DCE928CAD95}" destId="{18EEEFD0-2F44-4DA7-8961-A4CDFDFC5687}" srcOrd="0" destOrd="0" parTransId="{DC4BFA4E-0FAD-4631-8874-A64C5E4EEF26}" sibTransId="{C09BA963-40F3-4CC3-9740-31848E04FE59}"/>
    <dgm:cxn modelId="{5FA29FCC-901E-4B3D-9D31-E1CA446D6281}" srcId="{9AB8A2BB-CC1B-477E-9CB2-6DCE928CAD95}" destId="{119F14E0-5EB5-4A21-9AEA-BDC20AF57C77}" srcOrd="1" destOrd="0" parTransId="{5C609FDF-B4BF-4901-9DAF-C87C75107B98}" sibTransId="{EB03C86C-1189-4693-A3C9-6AB918AC1932}"/>
    <dgm:cxn modelId="{25C92154-5225-454B-9C86-83B58ADB7EF9}" type="presParOf" srcId="{FE551C59-1592-4E97-AD11-D6543D647E71}" destId="{036DBDCA-86B2-420C-9D77-CFE23F4C79D0}" srcOrd="0" destOrd="0" presId="urn:microsoft.com/office/officeart/2018/2/layout/IconLabelList"/>
    <dgm:cxn modelId="{7AAB3215-8690-4B54-BC89-BE594F2EC4B6}" type="presParOf" srcId="{036DBDCA-86B2-420C-9D77-CFE23F4C79D0}" destId="{7709D3F0-5D6E-4192-969E-17A899B093F1}" srcOrd="0" destOrd="0" presId="urn:microsoft.com/office/officeart/2018/2/layout/IconLabelList"/>
    <dgm:cxn modelId="{83C0B941-FB63-485E-BBE7-6D31F2FC2FC0}" type="presParOf" srcId="{036DBDCA-86B2-420C-9D77-CFE23F4C79D0}" destId="{7DC5F018-203D-4A15-8B8E-108AB59C6305}" srcOrd="1" destOrd="0" presId="urn:microsoft.com/office/officeart/2018/2/layout/IconLabelList"/>
    <dgm:cxn modelId="{E30C282B-8698-4A4D-A70B-2C500E14B01E}" type="presParOf" srcId="{036DBDCA-86B2-420C-9D77-CFE23F4C79D0}" destId="{4C05F25F-A70D-4EDE-8E69-2FB78474BB9D}" srcOrd="2" destOrd="0" presId="urn:microsoft.com/office/officeart/2018/2/layout/IconLabelList"/>
    <dgm:cxn modelId="{C0C2853E-1933-411A-B7DE-FD1C51843D2F}" type="presParOf" srcId="{FE551C59-1592-4E97-AD11-D6543D647E71}" destId="{46936E6C-901C-4423-AC6B-1F6ABFC3EDBC}" srcOrd="1" destOrd="0" presId="urn:microsoft.com/office/officeart/2018/2/layout/IconLabelList"/>
    <dgm:cxn modelId="{43E96CE0-8867-41A4-B189-EF6CFE7E19B6}" type="presParOf" srcId="{FE551C59-1592-4E97-AD11-D6543D647E71}" destId="{1A5E6DE9-1D0C-4B79-9C44-A49255E19C38}" srcOrd="2" destOrd="0" presId="urn:microsoft.com/office/officeart/2018/2/layout/IconLabelList"/>
    <dgm:cxn modelId="{9C7ED571-4D75-4B17-AF1D-E7BE980E2D74}" type="presParOf" srcId="{1A5E6DE9-1D0C-4B79-9C44-A49255E19C38}" destId="{C06615BD-E53D-4B52-8879-48662F84ACE5}" srcOrd="0" destOrd="0" presId="urn:microsoft.com/office/officeart/2018/2/layout/IconLabelList"/>
    <dgm:cxn modelId="{C79707AB-4CC9-47CD-BA35-1A896BCA0DA0}" type="presParOf" srcId="{1A5E6DE9-1D0C-4B79-9C44-A49255E19C38}" destId="{88405F06-108A-4F1C-855E-DFFFD2C49F3D}" srcOrd="1" destOrd="0" presId="urn:microsoft.com/office/officeart/2018/2/layout/IconLabelList"/>
    <dgm:cxn modelId="{0AA65BD5-E239-46C0-AACF-1FF031197A78}" type="presParOf" srcId="{1A5E6DE9-1D0C-4B79-9C44-A49255E19C38}" destId="{874D1326-1B1E-496E-B3B6-5EADA0B4C9B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B8A2BB-CC1B-477E-9CB2-6DCE928CAD9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EEEFD0-2F44-4DA7-8961-A4CDFDFC568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2200">
              <a:latin typeface="Aptos"/>
            </a:rPr>
            <a:t>Larger cities dominate GDP (New York, LA, San Francisco)</a:t>
          </a:r>
        </a:p>
      </dgm:t>
    </dgm:pt>
    <dgm:pt modelId="{DC4BFA4E-0FAD-4631-8874-A64C5E4EEF26}" type="parTrans" cxnId="{18135EC2-3CB5-488D-A39E-199213EABFA2}">
      <dgm:prSet/>
      <dgm:spPr/>
      <dgm:t>
        <a:bodyPr/>
        <a:lstStyle/>
        <a:p>
          <a:endParaRPr lang="en-US"/>
        </a:p>
      </dgm:t>
    </dgm:pt>
    <dgm:pt modelId="{C09BA963-40F3-4CC3-9740-31848E04FE59}" type="sibTrans" cxnId="{18135EC2-3CB5-488D-A39E-199213EABFA2}">
      <dgm:prSet/>
      <dgm:spPr/>
      <dgm:t>
        <a:bodyPr/>
        <a:lstStyle/>
        <a:p>
          <a:endParaRPr lang="en-US"/>
        </a:p>
      </dgm:t>
    </dgm:pt>
    <dgm:pt modelId="{119F14E0-5EB5-4A21-9AEA-BDC20AF57C7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2200">
              <a:latin typeface="Aptos"/>
            </a:rPr>
            <a:t>New York and Chicago – high GDPs, lower housing prices compared to group one</a:t>
          </a:r>
        </a:p>
      </dgm:t>
    </dgm:pt>
    <dgm:pt modelId="{5C609FDF-B4BF-4901-9DAF-C87C75107B98}" type="parTrans" cxnId="{5FA29FCC-901E-4B3D-9D31-E1CA446D6281}">
      <dgm:prSet/>
      <dgm:spPr/>
      <dgm:t>
        <a:bodyPr/>
        <a:lstStyle/>
        <a:p>
          <a:endParaRPr lang="en-US"/>
        </a:p>
      </dgm:t>
    </dgm:pt>
    <dgm:pt modelId="{EB03C86C-1189-4693-A3C9-6AB918AC1932}" type="sibTrans" cxnId="{5FA29FCC-901E-4B3D-9D31-E1CA446D6281}">
      <dgm:prSet/>
      <dgm:spPr/>
      <dgm:t>
        <a:bodyPr/>
        <a:lstStyle/>
        <a:p>
          <a:endParaRPr lang="en-US"/>
        </a:p>
      </dgm:t>
    </dgm:pt>
    <dgm:pt modelId="{FE551C59-1592-4E97-AD11-D6543D647E71}" type="pres">
      <dgm:prSet presAssocID="{9AB8A2BB-CC1B-477E-9CB2-6DCE928CAD95}" presName="root" presStyleCnt="0">
        <dgm:presLayoutVars>
          <dgm:dir/>
          <dgm:resizeHandles val="exact"/>
        </dgm:presLayoutVars>
      </dgm:prSet>
      <dgm:spPr/>
    </dgm:pt>
    <dgm:pt modelId="{036DBDCA-86B2-420C-9D77-CFE23F4C79D0}" type="pres">
      <dgm:prSet presAssocID="{18EEEFD0-2F44-4DA7-8961-A4CDFDFC5687}" presName="compNode" presStyleCnt="0"/>
      <dgm:spPr/>
    </dgm:pt>
    <dgm:pt modelId="{7709D3F0-5D6E-4192-969E-17A899B093F1}" type="pres">
      <dgm:prSet presAssocID="{18EEEFD0-2F44-4DA7-8961-A4CDFDFC568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7DC5F018-203D-4A15-8B8E-108AB59C6305}" type="pres">
      <dgm:prSet presAssocID="{18EEEFD0-2F44-4DA7-8961-A4CDFDFC5687}" presName="spaceRect" presStyleCnt="0"/>
      <dgm:spPr/>
    </dgm:pt>
    <dgm:pt modelId="{4C05F25F-A70D-4EDE-8E69-2FB78474BB9D}" type="pres">
      <dgm:prSet presAssocID="{18EEEFD0-2F44-4DA7-8961-A4CDFDFC5687}" presName="textRect" presStyleLbl="revTx" presStyleIdx="0" presStyleCnt="2">
        <dgm:presLayoutVars>
          <dgm:chMax val="1"/>
          <dgm:chPref val="1"/>
        </dgm:presLayoutVars>
      </dgm:prSet>
      <dgm:spPr/>
    </dgm:pt>
    <dgm:pt modelId="{46936E6C-901C-4423-AC6B-1F6ABFC3EDBC}" type="pres">
      <dgm:prSet presAssocID="{C09BA963-40F3-4CC3-9740-31848E04FE59}" presName="sibTrans" presStyleCnt="0"/>
      <dgm:spPr/>
    </dgm:pt>
    <dgm:pt modelId="{1A5E6DE9-1D0C-4B79-9C44-A49255E19C38}" type="pres">
      <dgm:prSet presAssocID="{119F14E0-5EB5-4A21-9AEA-BDC20AF57C77}" presName="compNode" presStyleCnt="0"/>
      <dgm:spPr/>
    </dgm:pt>
    <dgm:pt modelId="{C06615BD-E53D-4B52-8879-48662F84ACE5}" type="pres">
      <dgm:prSet presAssocID="{119F14E0-5EB5-4A21-9AEA-BDC20AF57C7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88405F06-108A-4F1C-855E-DFFFD2C49F3D}" type="pres">
      <dgm:prSet presAssocID="{119F14E0-5EB5-4A21-9AEA-BDC20AF57C77}" presName="spaceRect" presStyleCnt="0"/>
      <dgm:spPr/>
    </dgm:pt>
    <dgm:pt modelId="{874D1326-1B1E-496E-B3B6-5EADA0B4C9B6}" type="pres">
      <dgm:prSet presAssocID="{119F14E0-5EB5-4A21-9AEA-BDC20AF57C7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D85F75C-B57F-4123-BA71-85E65B6EE063}" type="presOf" srcId="{119F14E0-5EB5-4A21-9AEA-BDC20AF57C77}" destId="{874D1326-1B1E-496E-B3B6-5EADA0B4C9B6}" srcOrd="0" destOrd="0" presId="urn:microsoft.com/office/officeart/2018/2/layout/IconLabelList"/>
    <dgm:cxn modelId="{B97D9990-9E9E-4AF8-9F1A-77874316240A}" type="presOf" srcId="{18EEEFD0-2F44-4DA7-8961-A4CDFDFC5687}" destId="{4C05F25F-A70D-4EDE-8E69-2FB78474BB9D}" srcOrd="0" destOrd="0" presId="urn:microsoft.com/office/officeart/2018/2/layout/IconLabelList"/>
    <dgm:cxn modelId="{2FFCBCA5-8DC6-478B-8D01-4068461001A0}" type="presOf" srcId="{9AB8A2BB-CC1B-477E-9CB2-6DCE928CAD95}" destId="{FE551C59-1592-4E97-AD11-D6543D647E71}" srcOrd="0" destOrd="0" presId="urn:microsoft.com/office/officeart/2018/2/layout/IconLabelList"/>
    <dgm:cxn modelId="{18135EC2-3CB5-488D-A39E-199213EABFA2}" srcId="{9AB8A2BB-CC1B-477E-9CB2-6DCE928CAD95}" destId="{18EEEFD0-2F44-4DA7-8961-A4CDFDFC5687}" srcOrd="0" destOrd="0" parTransId="{DC4BFA4E-0FAD-4631-8874-A64C5E4EEF26}" sibTransId="{C09BA963-40F3-4CC3-9740-31848E04FE59}"/>
    <dgm:cxn modelId="{5FA29FCC-901E-4B3D-9D31-E1CA446D6281}" srcId="{9AB8A2BB-CC1B-477E-9CB2-6DCE928CAD95}" destId="{119F14E0-5EB5-4A21-9AEA-BDC20AF57C77}" srcOrd="1" destOrd="0" parTransId="{5C609FDF-B4BF-4901-9DAF-C87C75107B98}" sibTransId="{EB03C86C-1189-4693-A3C9-6AB918AC1932}"/>
    <dgm:cxn modelId="{73A1153A-3B94-4D9C-80A0-C1F89B8253F9}" type="presParOf" srcId="{FE551C59-1592-4E97-AD11-D6543D647E71}" destId="{036DBDCA-86B2-420C-9D77-CFE23F4C79D0}" srcOrd="0" destOrd="0" presId="urn:microsoft.com/office/officeart/2018/2/layout/IconLabelList"/>
    <dgm:cxn modelId="{12B79F30-7187-457C-81BC-C76334F86677}" type="presParOf" srcId="{036DBDCA-86B2-420C-9D77-CFE23F4C79D0}" destId="{7709D3F0-5D6E-4192-969E-17A899B093F1}" srcOrd="0" destOrd="0" presId="urn:microsoft.com/office/officeart/2018/2/layout/IconLabelList"/>
    <dgm:cxn modelId="{FA2AD8F3-8146-4FA7-B635-83810E0D3040}" type="presParOf" srcId="{036DBDCA-86B2-420C-9D77-CFE23F4C79D0}" destId="{7DC5F018-203D-4A15-8B8E-108AB59C6305}" srcOrd="1" destOrd="0" presId="urn:microsoft.com/office/officeart/2018/2/layout/IconLabelList"/>
    <dgm:cxn modelId="{AFB2E913-0A4A-482F-B236-0615A8B617CB}" type="presParOf" srcId="{036DBDCA-86B2-420C-9D77-CFE23F4C79D0}" destId="{4C05F25F-A70D-4EDE-8E69-2FB78474BB9D}" srcOrd="2" destOrd="0" presId="urn:microsoft.com/office/officeart/2018/2/layout/IconLabelList"/>
    <dgm:cxn modelId="{D73B133C-CDA1-4904-A2E1-4B956A1B888E}" type="presParOf" srcId="{FE551C59-1592-4E97-AD11-D6543D647E71}" destId="{46936E6C-901C-4423-AC6B-1F6ABFC3EDBC}" srcOrd="1" destOrd="0" presId="urn:microsoft.com/office/officeart/2018/2/layout/IconLabelList"/>
    <dgm:cxn modelId="{54D2004A-5C2F-4417-9C20-6B944A0B2239}" type="presParOf" srcId="{FE551C59-1592-4E97-AD11-D6543D647E71}" destId="{1A5E6DE9-1D0C-4B79-9C44-A49255E19C38}" srcOrd="2" destOrd="0" presId="urn:microsoft.com/office/officeart/2018/2/layout/IconLabelList"/>
    <dgm:cxn modelId="{97B70937-EC87-43FB-AD3A-654350804003}" type="presParOf" srcId="{1A5E6DE9-1D0C-4B79-9C44-A49255E19C38}" destId="{C06615BD-E53D-4B52-8879-48662F84ACE5}" srcOrd="0" destOrd="0" presId="urn:microsoft.com/office/officeart/2018/2/layout/IconLabelList"/>
    <dgm:cxn modelId="{247B6A45-D212-452F-B8D5-E4F1C1BAEE6D}" type="presParOf" srcId="{1A5E6DE9-1D0C-4B79-9C44-A49255E19C38}" destId="{88405F06-108A-4F1C-855E-DFFFD2C49F3D}" srcOrd="1" destOrd="0" presId="urn:microsoft.com/office/officeart/2018/2/layout/IconLabelList"/>
    <dgm:cxn modelId="{ECED04F9-B87F-4672-8F37-0F989C89F11D}" type="presParOf" srcId="{1A5E6DE9-1D0C-4B79-9C44-A49255E19C38}" destId="{874D1326-1B1E-496E-B3B6-5EADA0B4C9B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F8FF0B-18E3-4903-A6BE-ECEB1F2AF930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E9B962-D8A6-4BE3-9881-EF677CE70E76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C4AE48-A757-4FAB-B12F-0B402423C248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Median housing prices -&gt; </a:t>
          </a:r>
          <a:r>
            <a:rPr lang="en-US" sz="1900" kern="1200" err="1"/>
            <a:t>RedFin</a:t>
          </a:r>
          <a:r>
            <a:rPr lang="en-US" sz="1900" kern="1200"/>
            <a:t> housing data</a:t>
          </a:r>
        </a:p>
      </dsp:txBody>
      <dsp:txXfrm>
        <a:off x="836323" y="3399"/>
        <a:ext cx="9679276" cy="724089"/>
      </dsp:txXfrm>
    </dsp:sp>
    <dsp:sp modelId="{18BD396A-744B-45FE-81E8-95B2FA42AAD9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1030C2-5BAD-40C5-93C8-3EFE0B72D596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43D697-3864-4AC9-8143-C8711494C648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Median Household Income -&gt; US Census Bureau</a:t>
          </a:r>
        </a:p>
      </dsp:txBody>
      <dsp:txXfrm>
        <a:off x="836323" y="908511"/>
        <a:ext cx="9679276" cy="724089"/>
      </dsp:txXfrm>
    </dsp:sp>
    <dsp:sp modelId="{044BDF71-3D74-4B68-8EF8-698BB3919D70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27C4DF-F822-4E9B-AA87-6312E7F1FBB9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995748-6559-4430-897C-6F583A63C58B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GDP -&gt; Bureau of Economic Analysis (US Department of Commerce)</a:t>
          </a:r>
        </a:p>
      </dsp:txBody>
      <dsp:txXfrm>
        <a:off x="836323" y="1813624"/>
        <a:ext cx="9679276" cy="724089"/>
      </dsp:txXfrm>
    </dsp:sp>
    <dsp:sp modelId="{20F8F224-21F7-4364-BD0C-401621860B45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E99FA5-9690-4715-9326-0766D52D9FBF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507FC4-4A7D-4617-8EDC-E981B4067343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CPI -&gt; </a:t>
          </a:r>
          <a:r>
            <a:rPr lang="en-US" sz="1900" kern="1200">
              <a:latin typeface="Aptos Display" panose="02110004020202020204"/>
            </a:rPr>
            <a:t>U.S. Bureau of Labor Statistics</a:t>
          </a:r>
          <a:endParaRPr lang="en-US" sz="1900" kern="1200"/>
        </a:p>
      </dsp:txBody>
      <dsp:txXfrm>
        <a:off x="836323" y="2718736"/>
        <a:ext cx="9679276" cy="724089"/>
      </dsp:txXfrm>
    </dsp:sp>
    <dsp:sp modelId="{A656A1A9-5C0B-468C-AC98-9480D232F64B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71B30-FFE3-406F-AB6E-1F71BA35FE5A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22427-1A0A-4648-A8AB-EE99D18888CA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Income tax rates -&gt; taxfoundations.org </a:t>
          </a:r>
        </a:p>
      </dsp:txBody>
      <dsp:txXfrm>
        <a:off x="836323" y="3623848"/>
        <a:ext cx="9679276" cy="7240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9D3F0-5D6E-4192-969E-17A899B093F1}">
      <dsp:nvSpPr>
        <dsp:cNvPr id="0" name=""/>
        <dsp:cNvSpPr/>
      </dsp:nvSpPr>
      <dsp:spPr>
        <a:xfrm>
          <a:off x="627022" y="769626"/>
          <a:ext cx="987187" cy="98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05F25F-A70D-4EDE-8E69-2FB78474BB9D}">
      <dsp:nvSpPr>
        <dsp:cNvPr id="0" name=""/>
        <dsp:cNvSpPr/>
      </dsp:nvSpPr>
      <dsp:spPr>
        <a:xfrm>
          <a:off x="23740" y="2058245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 2012, the median housing prices were significantly lower than 2023</a:t>
          </a:r>
        </a:p>
      </dsp:txBody>
      <dsp:txXfrm>
        <a:off x="23740" y="2058245"/>
        <a:ext cx="2193750" cy="720000"/>
      </dsp:txXfrm>
    </dsp:sp>
    <dsp:sp modelId="{C06615BD-E53D-4B52-8879-48662F84ACE5}">
      <dsp:nvSpPr>
        <dsp:cNvPr id="0" name=""/>
        <dsp:cNvSpPr/>
      </dsp:nvSpPr>
      <dsp:spPr>
        <a:xfrm>
          <a:off x="3204678" y="769626"/>
          <a:ext cx="987187" cy="98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4D1326-1B1E-496E-B3B6-5EADA0B4C9B6}">
      <dsp:nvSpPr>
        <dsp:cNvPr id="0" name=""/>
        <dsp:cNvSpPr/>
      </dsp:nvSpPr>
      <dsp:spPr>
        <a:xfrm>
          <a:off x="2601397" y="2058245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We see</a:t>
          </a:r>
          <a:r>
            <a:rPr lang="en-US" sz="1400" kern="1200">
              <a:latin typeface="Aptos Display" panose="02110004020202020204"/>
            </a:rPr>
            <a:t> above</a:t>
          </a:r>
          <a:r>
            <a:rPr lang="en-US" sz="1400" kern="1200"/>
            <a:t> </a:t>
          </a:r>
          <a:r>
            <a:rPr lang="en-US" sz="1400" kern="1200">
              <a:latin typeface="Aptos Display" panose="02110004020202020204"/>
            </a:rPr>
            <a:t>a </a:t>
          </a:r>
          <a:r>
            <a:rPr lang="en-US" sz="1400" kern="1200"/>
            <a:t>200% jump in the cost of houses over the last 10 years</a:t>
          </a:r>
        </a:p>
      </dsp:txBody>
      <dsp:txXfrm>
        <a:off x="2601397" y="2058245"/>
        <a:ext cx="2193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9D3F0-5D6E-4192-969E-17A899B093F1}">
      <dsp:nvSpPr>
        <dsp:cNvPr id="0" name=""/>
        <dsp:cNvSpPr/>
      </dsp:nvSpPr>
      <dsp:spPr>
        <a:xfrm>
          <a:off x="613651" y="811300"/>
          <a:ext cx="916312" cy="916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05F25F-A70D-4EDE-8E69-2FB78474BB9D}">
      <dsp:nvSpPr>
        <dsp:cNvPr id="0" name=""/>
        <dsp:cNvSpPr/>
      </dsp:nvSpPr>
      <dsp:spPr>
        <a:xfrm>
          <a:off x="53683" y="2016571"/>
          <a:ext cx="203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Salaries have increased, but not nearly as much as housing prices</a:t>
          </a:r>
        </a:p>
      </dsp:txBody>
      <dsp:txXfrm>
        <a:off x="53683" y="2016571"/>
        <a:ext cx="2036250" cy="720000"/>
      </dsp:txXfrm>
    </dsp:sp>
    <dsp:sp modelId="{C06615BD-E53D-4B52-8879-48662F84ACE5}">
      <dsp:nvSpPr>
        <dsp:cNvPr id="0" name=""/>
        <dsp:cNvSpPr/>
      </dsp:nvSpPr>
      <dsp:spPr>
        <a:xfrm>
          <a:off x="3006245" y="811300"/>
          <a:ext cx="916312" cy="916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4D1326-1B1E-496E-B3B6-5EADA0B4C9B6}">
      <dsp:nvSpPr>
        <dsp:cNvPr id="0" name=""/>
        <dsp:cNvSpPr/>
      </dsp:nvSpPr>
      <dsp:spPr>
        <a:xfrm>
          <a:off x="2446276" y="2016571"/>
          <a:ext cx="203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Salaries only have around a 50% increase in the last 10 years</a:t>
          </a:r>
        </a:p>
      </dsp:txBody>
      <dsp:txXfrm>
        <a:off x="2446276" y="2016571"/>
        <a:ext cx="203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9D3F0-5D6E-4192-969E-17A899B093F1}">
      <dsp:nvSpPr>
        <dsp:cNvPr id="0" name=""/>
        <dsp:cNvSpPr/>
      </dsp:nvSpPr>
      <dsp:spPr>
        <a:xfrm>
          <a:off x="627022" y="769626"/>
          <a:ext cx="987187" cy="98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05F25F-A70D-4EDE-8E69-2FB78474BB9D}">
      <dsp:nvSpPr>
        <dsp:cNvPr id="0" name=""/>
        <dsp:cNvSpPr/>
      </dsp:nvSpPr>
      <dsp:spPr>
        <a:xfrm>
          <a:off x="23740" y="2058245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"/>
            </a:rPr>
            <a:t>CPI has generally increased among all regions over 2012-2023</a:t>
          </a:r>
        </a:p>
      </dsp:txBody>
      <dsp:txXfrm>
        <a:off x="23740" y="2058245"/>
        <a:ext cx="2193750" cy="720000"/>
      </dsp:txXfrm>
    </dsp:sp>
    <dsp:sp modelId="{C06615BD-E53D-4B52-8879-48662F84ACE5}">
      <dsp:nvSpPr>
        <dsp:cNvPr id="0" name=""/>
        <dsp:cNvSpPr/>
      </dsp:nvSpPr>
      <dsp:spPr>
        <a:xfrm>
          <a:off x="3204678" y="769626"/>
          <a:ext cx="987187" cy="98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4D1326-1B1E-496E-B3B6-5EADA0B4C9B6}">
      <dsp:nvSpPr>
        <dsp:cNvPr id="0" name=""/>
        <dsp:cNvSpPr/>
      </dsp:nvSpPr>
      <dsp:spPr>
        <a:xfrm>
          <a:off x="2601397" y="2058245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"/>
            </a:rPr>
            <a:t>Riverside region is overall the lowest by far and San Diego is the highest followed by San Francisco</a:t>
          </a:r>
        </a:p>
      </dsp:txBody>
      <dsp:txXfrm>
        <a:off x="2601397" y="2058245"/>
        <a:ext cx="2193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9D3F0-5D6E-4192-969E-17A899B093F1}">
      <dsp:nvSpPr>
        <dsp:cNvPr id="0" name=""/>
        <dsp:cNvSpPr/>
      </dsp:nvSpPr>
      <dsp:spPr>
        <a:xfrm>
          <a:off x="477396" y="354392"/>
          <a:ext cx="778359" cy="778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05F25F-A70D-4EDE-8E69-2FB78474BB9D}">
      <dsp:nvSpPr>
        <dsp:cNvPr id="0" name=""/>
        <dsp:cNvSpPr/>
      </dsp:nvSpPr>
      <dsp:spPr>
        <a:xfrm>
          <a:off x="1732" y="1392222"/>
          <a:ext cx="1729687" cy="691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"/>
            </a:rPr>
            <a:t>Larger cities dominate GDP (New York, LA, San Francisco)</a:t>
          </a:r>
        </a:p>
      </dsp:txBody>
      <dsp:txXfrm>
        <a:off x="1732" y="1392222"/>
        <a:ext cx="1729687" cy="691875"/>
      </dsp:txXfrm>
    </dsp:sp>
    <dsp:sp modelId="{C06615BD-E53D-4B52-8879-48662F84ACE5}">
      <dsp:nvSpPr>
        <dsp:cNvPr id="0" name=""/>
        <dsp:cNvSpPr/>
      </dsp:nvSpPr>
      <dsp:spPr>
        <a:xfrm>
          <a:off x="2509779" y="354392"/>
          <a:ext cx="778359" cy="778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4D1326-1B1E-496E-B3B6-5EADA0B4C9B6}">
      <dsp:nvSpPr>
        <dsp:cNvPr id="0" name=""/>
        <dsp:cNvSpPr/>
      </dsp:nvSpPr>
      <dsp:spPr>
        <a:xfrm>
          <a:off x="2034115" y="1392222"/>
          <a:ext cx="1729687" cy="691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"/>
            </a:rPr>
            <a:t>New York and Chicago – high GDPs, lower housing prices compared to group one</a:t>
          </a:r>
        </a:p>
      </dsp:txBody>
      <dsp:txXfrm>
        <a:off x="2034115" y="1392222"/>
        <a:ext cx="1729687" cy="691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6:58:07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26008 11864 16383 0 0,'-3'0'0'0'0,"-4"0"0"0"0,-6 0 0 0 0,-4 0 0 0 0,-2 0 0 0 0,-1 0 0 0 0,1 0 0 0 0,0 0 0 0 0,1 0 0 0 0,-3 0 0 0 0,0 0 0 0 0,0 0 0 0 0,1 0 0 0 0,1 0 0 0 0,1 0 0 0 0,0 0 0 0 0,-2 0 0 0 0,0 0 0 0 0,-1 0 0 0 0,2 0 0 0 0,0 0 0 0 0,1 0 0 0 0,0 0 0 0 0,-2 0 0 0 0,-1 3 0 0 0,1 0 0 0 0,0 1 0 0 0,4 2 0 0 0,2 3 0 0 0,0-1 0 0 0,3 3 0 0 0,0-2 0 0 0,2 4 0 0 0,2 2 0 0 0,0-1 0 0 0,1 0 0 0 0,-4-3 0 0 0,-1 0 0 0 0,-1-2 0 0 0,-1 1 0 0 0,1 1 0 0 0,3 1 0 0 0,3 5 0 0 0,2 3 0 0 0,3 0 0 0 0,0-1 0 0 0,1 1 0 0 0,1-2 0 0 0,-1 0 0 0 0,1 3 0 0 0,-1 0 0 0 0,1-1 0 0 0,-1 0 0 0 0,0-1 0 0 0,0-1 0 0 0,0-1 0 0 0,0 4 0 0 0,0-1 0 0 0,0 1 0 0 0,3-5 0 0 0,0 0 0 0 0,1-2 0 0 0,-1 1 0 0 0,-1 0 0 0 0,-1 0 0 0 0,6-2 0 0 0,1 3 0 0 0,2 1 0 0 0,0 1 0 0 0,0-3 0 0 0,2-4 0 0 0,2-4 0 0 0,1-3 0 0 0,1-2 0 0 0,1-2 0 0 0,3 0 0 0 0,1-1 0 0 0,0 1 0 0 0,-1-1 0 0 0,-1 0 0 0 0,-1 1 0 0 0,0 0 0 0 0,2 0 0 0 0,1 0 0 0 0,-1 0 0 0 0,0 0 0 0 0,-1 0 0 0 0,-1 0 0 0 0,0 0 0 0 0,2 0 0 0 0,0 0 0 0 0,1 0 0 0 0,-1 0 0 0 0,-2 0 0 0 0,0 0 0 0 0,-3 3 0 0 0,-4 4 0 0 0,-2 0 0 0 0,4 0 0 0 0,3-2 0 0 0,1-2 0 0 0,0-1 0 0 0,-1 2 0 0 0,-2 0 0 0 0,0-1 0 0 0,0 0 0 0 0,1 2 0 0 0,4 0 0 0 0,1-1 0 0 0,1-1 0 0 0,-2-1 0 0 0,0-1 0 0 0,0-1 0 0 0,-1 1 0 0 0,2-1 0 0 0,1-1 0 0 0,-1 1 0 0 0,-3 6 0 0 0,-2 1 0 0 0,0 0 0 0 0,-4 2 0 0 0,0-1 0 0 0,1-2 0 0 0,4-1 0 0 0,3-3 0 0 0,0 0 0 0 0,0-2 0 0 0,0 0 0 0 0,-1 0 0 0 0,0-1 0 0 0,-1 1 0 0 0,3 0 0 0 0,1 0 0 0 0,0-1 0 0 0,-1 1 0 0 0,-1 0 0 0 0,-1 0 0 0 0,-1 0 0 0 0,3 0 0 0 0,1 0 0 0 0,-1 0 0 0 0,0 0 0 0 0,-1 0 0 0 0,-1 0 0 0 0,-3-5 0 0 0,-2-3 0 0 0,3 1 0 0 0,2-2 0 0 0,0-2 0 0 0,1-2 0 0 0,-1-2 0 0 0,-3-1 0 0 0,-4 0 0 0 0,-1 1 0 0 0,0-1 0 0 0,-1-1 0 0 0,4-1 0 0 0,-1 0 0 0 0,1 0 0 0 0,-2 0 0 0 0,-3 1 0 0 0,-3-1 0 0 0,-2-2 0 0 0,-1 0 0 0 0,-2-1 0 0 0,0 1 0 0 0,-1 1 0 0 0,1 1 0 0 0,-1 0 0 0 0,1-2 0 0 0,-1 0 0 0 0,1-1 0 0 0,0 2 0 0 0,-6 3 0 0 0,-1 1 0 0 0,-3 4 0 0 0,-3 4 0 0 0,1-1 0 0 0,0 2 0 0 0,2-1 0 0 0,0 1 0 0 0,1-5 0 0 0,2-3 0 0 0,0 0 0 0 0,-2 4 0 0 0,1-1 0 0 0,-5 3 0 0 0,-2 2 0 0 0,1-1 0 0 0,0 1 0 0 0,-1 2 0 0 0,0 1 0 0 0,0 1 0 0 0,-2 1 0 0 0,-2 1 0 0 0,1-3 0 0 0,1-1 0 0 0,1 1 0 0 0,0 0 0 0 0,0 1 0 0 0,-1-2 0 0 0,1 0 0 0 0,-4 0 0 0 0,2-2 0 0 0,1 0 0 0 0,4-4 0 0 0,1-1 0 0 0,-1 1 0 0 0,0 0 0 0 0,-2 2 0 0 0,0 1 0 0 0,2 0 0 0 0,0 1 0 0 0,-3 1 0 0 0,-2-1 0 0 0,-1 1 0 0 0,0 0 0 0 0,1 2 0 0 0,0 1 0 0 0,0-2 0 0 0,-2 0 0 0 0,2-3 0 0 0,1 1 0 0 0,1 0 0 0 0,0 2 0 0 0,0 1 0 0 0,0 2 0 0 0,-1 0 0 0 0,-2 1 0 0 0,-2 1 0 0 0,0-1 0 0 0,2 0 0 0 0,0 0 0 0 0,0 0 0 0 0,4-2 0 0 0,2-2 0 0 0,0 0 0 0 0,2-1 0 0 0,3-10 0 0 0,3-1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6:11.7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14195 7506 16383 0 0,'3'0'0'0'0,"3"-2"0"0"0,11-5 0 0 0,4-1 0 0 0,1 2 0 0 0,4 1 0 0 0,2-1 0 0 0,0-3 0 0 0,-3 0 0 0 0,-1 2 0 0 0,-4 3 0 0 0,-1-2 0 0 0,-1 0 0 0 0,-1 2 0 0 0,2 1 0 0 0,2 1 0 0 0,-1 1 0 0 0,-1 1 0 0 0,0 0 0 0 0,-1 0 0 0 0,0 0 0 0 0,2 0 0 0 0,1 1 0 0 0,-1-1 0 0 0,0 0 0 0 0,-1 0 0 0 0,-1 0 0 0 0,-1 0 0 0 0,3 0 0 0 0,1 0 0 0 0,0 0 0 0 0,-2 0 0 0 0,0 0 0 0 0,-1 0 0 0 0,0 0 0 0 0,2 0 0 0 0,1 0 0 0 0,-1 0 0 0 0,0 0 0 0 0,-1 0 0 0 0,-1 0 0 0 0,-1 0 0 0 0,0 0 0 0 0,3 0 0 0 0,1 0 0 0 0,-1 0 0 0 0,0 0 0 0 0,-1 0 0 0 0,-1 0 0 0 0,0 0 0 0 0,2 0 0 0 0,0 3 0 0 0,1 1 0 0 0,-1 2 0 0 0,-2 1 0 0 0,1-1 0 0 0,-2-2 0 0 0,3-1 0 0 0,1-2 0 0 0,-1 0 0 0 0,0-1 0 0 0,-4 3 0 0 0,-2 0 0 0 0,0 1 0 0 0,0 1 0 0 0,4 1 0 0 0,1-1 0 0 0,1-2 0 0 0,0 0 0 0 0,-2-2 0 0 0,1 0 0 0 0,-1-1 0 0 0,-1 0 0 0 0,3-1 0 0 0,-2 7 0 0 0,-2 1 0 0 0,0 0 0 0 0,-3 2 0 0 0,0-1 0 0 0,-1-2 0 0 0,2-1 0 0 0,0-3 0 0 0,5 0 0 0 0,1-2 0 0 0,43 3 0 0 0,12 3 0 0 0,-8 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6:11.7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16695 8639 16383 0 0,'0'3'0'0'0,"0"3"0"0"0,0 7 0 0 0,3 2 0 0 0,4 0 0 0 0,3-2 0 0 0,6-3 0 0 0,4-1 0 0 0,0-1 0 0 0,0 0 0 0 0,0-1 0 0 0,5-1 0 0 0,1 0 0 0 0,-1 3 0 0 0,1 0 0 0 0,-1-3 0 0 0,1-1 0 0 0,-1 1 0 0 0,-2 0 0 0 0,-2-2 0 0 0,-2-1 0 0 0,-4 2 0 0 0,-1 0 0 0 0,-1-2 0 0 0,1 0 0 0 0,3-1 0 0 0,2-1 0 0 0,1 0 0 0 0,-1-1 0 0 0,0 0 0 0 0,-1 0 0 0 0,0-1 0 0 0,2 1 0 0 0,1 0 0 0 0,0 0 0 0 0,-1 0 0 0 0,-2 0 0 0 0,1 0 0 0 0,4 0 0 0 0,2 0 0 0 0,-1 0 0 0 0,-1 0 0 0 0,-3 0 0 0 0,6 0 0 0 0,-1 0 0 0 0,0 0 0 0 0,1 0 0 0 0,-1 0 0 0 0,-3 0 0 0 0,2 0 0 0 0,-1 0 0 0 0,-1 0 0 0 0,-2 0 0 0 0,-1 0 0 0 0,-1 0 0 0 0,-1 0 0 0 0,3 0 0 0 0,1 0 0 0 0,-1 0 0 0 0,-1 0 0 0 0,0 0 0 0 0,-3-3 0 0 0,-3-1 0 0 0,1 1 0 0 0,3 0 0 0 0,1 1 0 0 0,-2-3 0 0 0,0 1 0 0 0,-1 0 0 0 0,0-2 0 0 0,0 0 0 0 0,1 1 0 0 0,4 2 0 0 0,-3-2 0 0 0,0 0 0 0 0,-1 1 0 0 0,0 1 0 0 0,1 1 0 0 0,-1 1 0 0 0,1 0 0 0 0,-4-2 0 0 0,0 0 0 0 0,4-1 0 0 0,-2-1 0 0 0,-1-1 0 0 0,1 1 0 0 0,1 1 0 0 0,5 2 0 0 0,6 1 0 0 0,-2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6:21.1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19024 9894 16383 0 0,'2'0'0'0'0,"5"0"0"0"0,3 0 0 0 0,7 0 0 0 0,2 0 0 0 0,1 0 0 0 0,1 0 0 0 0,-2 0 0 0 0,0 0 0 0 0,0 0 0 0 0,1 0 0 0 0,1 0 0 0 0,0 0 0 0 0,-1 0 0 0 0,-2 0 0 0 0,1 0 0 0 0,-2 0 0 0 0,3 0 0 0 0,1 0 0 0 0,-1 0 0 0 0,0 0 0 0 0,-1 0 0 0 0,-1 0 0 0 0,-1 0 0 0 0,1 0 0 0 0,1 0 0 0 0,2 0 0 0 0,-1 0 0 0 0,0 0 0 0 0,-1 0 0 0 0,-1 0 0 0 0,0 0 0 0 0,2 0 0 0 0,1 0 0 0 0,-1 0 0 0 0,0 0 0 0 0,-1 0 0 0 0,-1 0 0 0 0,-1 0 0 0 0,3 0 0 0 0,1 0 0 0 0,-1 0 0 0 0,0 0 0 0 0,-1 0 0 0 0,-1 0 0 0 0,0 0 0 0 0,2 0 0 0 0,0 0 0 0 0,1 0 0 0 0,-1 0 0 0 0,-1 0 0 0 0,-1 0 0 0 0,-1 0 0 0 0,6 0 0 0 0,5 0 0 0 0,-1 0 0 0 0,3 0 0 0 0,0 0 0 0 0,-1 0 0 0 0,-3 0 0 0 0,3 0 0 0 0,0 0 0 0 0,-3 0 0 0 0,0 0 0 0 0,1 0 0 0 0,0 0 0 0 0,-3 0 0 0 0,-2 0 0 0 0,-2 0 0 0 0,-1 0 0 0 0,-2 0 0 0 0,0 0 0 0 0,2 0 0 0 0,1 0 0 0 0,1 0 0 0 0,-2 0 0 0 0,0 0 0 0 0,-1 0 0 0 0,0 0 0 0 0,2 0 0 0 0,0 0 0 0 0,1 0 0 0 0,-1 0 0 0 0,-1 0 0 0 0,-1 0 0 0 0,-1 0 0 0 0,3 0 0 0 0,1 0 0 0 0,-1 0 0 0 0,0 0 0 0 0,-1 0 0 0 0,-1 0 0 0 0,0 0 0 0 0,2 0 0 0 0,0-6 0 0 0,1-5 0 0 0,-1 0 0 0 0,-1 2 0 0 0,-1 2 0 0 0,-1 2 0 0 0,0 2 0 0 0,3 2 0 0 0,1 1 0 0 0,-1 0 0 0 0,0 0 0 0 0,-1 1 0 0 0,-1-1 0 0 0,0 1 0 0 0,2-1 0 0 0,0 0 0 0 0,1 0 0 0 0,-1 0 0 0 0,-2 0 0 0 0,1 0 0 0 0,-2 0 0 0 0,3 0 0 0 0,1 0 0 0 0,-1 0 0 0 0,0 0 0 0 0,-1 0 0 0 0,-1 0 0 0 0,0 0 0 0 0,2 0 0 0 0,-3 0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6:21.1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21392 11011 16383 0 0,'2'0'0'0'0,"5"0"0"0"0,4 0 0 0 0,2 0 0 0 0,8 0 0 0 0,6 0 0 0 0,5 0 0 0 0,-1 0 0 0 0,-3 0 0 0 0,-3 0 0 0 0,-3 0 0 0 0,-2 0 0 0 0,-2 0 0 0 0,-1 0 0 0 0,3 0 0 0 0,0 0 0 0 0,0 0 0 0 0,-1 0 0 0 0,0 0 0 0 0,-1 0 0 0 0,-1 0 0 0 0,3 0 0 0 0,1 0 0 0 0,0 0 0 0 0,-2 0 0 0 0,0 0 0 0 0,-1 0 0 0 0,0 0 0 0 0,2 0 0 0 0,1 0 0 0 0,-1 0 0 0 0,0 0 0 0 0,-1 0 0 0 0,-1 0 0 0 0,5 0 0 0 0,2 0 0 0 0,-1 0 0 0 0,-1 0 0 0 0,-2 0 0 0 0,-2 0 0 0 0,-1 0 0 0 0,3 0 0 0 0,-1 0 0 0 0,1 0 0 0 0,-2 0 0 0 0,0 0 0 0 0,-1 0 0 0 0,-1 0 0 0 0,3 0 0 0 0,1 0 0 0 0,0 0 0 0 0,-2 0 0 0 0,0 0 0 0 0,-1 0 0 0 0,0 0 0 0 0,2 0 0 0 0,1 0 0 0 0,-1 0 0 0 0,0 0 0 0 0,-1 0 0 0 0,-1 0 0 0 0,-1 0 0 0 0,0 0 0 0 0,3 0 0 0 0,1 0 0 0 0,-1 0 0 0 0,0 0 0 0 0,-1 0 0 0 0,-1 0 0 0 0,-3-3 0 0 0,-2 0 0 0 0,3-1 0 0 0,2 1 0 0 0,0 1 0 0 0,1 1 0 0 0,-1 0 0 0 0,0-2 0 0 0,-1-4 0 0 0,4 0 0 0 0,-1 0 0 0 0,1 2 0 0 0,-1 2 0 0 0,-1 1 0 0 0,-1 1 0 0 0,0 1 0 0 0,2 0 0 0 0,0 0 0 0 0,1 1 0 0 0,-1-7 0 0 0,-2-1 0 0 0,1 0 0 0 0,-2 1 0 0 0,-3 2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6:21.1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23945 7563 16383 0 0,'3'0'0'0'0,"3"0"0"0"0,5-3 0 0 0,2 0 0 0 0,2-1 0 0 0,2-2 0 0 0,1 0 0 0 0,2 1 0 0 0,2 2 0 0 0,-1 0 0 0 0,-1 2 0 0 0,-1 0 0 0 0,0 1 0 0 0,-1 0 0 0 0,2 1 0 0 0,0-1 0 0 0,1 0 0 0 0,-2 0 0 0 0,0 0 0 0 0,-1 0 0 0 0,0 0 0 0 0,-1 0 0 0 0,3 0 0 0 0,0 0 0 0 0,1 0 0 0 0,-1 0 0 0 0,-1 0 0 0 0,-1 0 0 0 0,-1 0 0 0 0,3 0 0 0 0,1 0 0 0 0,0 0 0 0 0,-2 0 0 0 0,0 0 0 0 0,-1 0 0 0 0,0 0 0 0 0,2 0 0 0 0,1 0 0 0 0,-1 0 0 0 0,0 0 0 0 0,-1-3 0 0 0,-1-6 0 0 0,-1-2 0 0 0,6 0 0 0 0,5 3 0 0 0,-3 0 0 0 0,3 1 0 0 0,0 2 0 0 0,-2 1 0 0 0,-3 2 0 0 0,-2 1 0 0 0,-2 1 0 0 0,2 0 0 0 0,0 0 0 0 0,-1 1 0 0 0,-1-1 0 0 0,0 6 0 0 0,-1 2 0 0 0,-1-1 0 0 0,3-1 0 0 0,1-2 0 0 0,-1-1 0 0 0,0-2 0 0 0,-1 0 0 0 0,-1-1 0 0 0,-1 0 0 0 0,3-1 0 0 0,-2 4 0 0 0,-1 1 0 0 0,-1-1 0 0 0,0 0 0 0 0,0 2 0 0 0,0 0 0 0 0,1-1 0 0 0,-1 2 0 0 0,4 0 0 0 0,1-1 0 0 0,-1-1 0 0 0,0-2 0 0 0,-1-1 0 0 0,-1-1 0 0 0,0 0 0 0 0,2 0 0 0 0,1 0 0 0 0,-1 0 0 0 0,0 0 0 0 0,-1-1 0 0 0,-1 1 0 0 0,0 0 0 0 0,2 0 0 0 0,0 0 0 0 0,1 0 0 0 0,-1 0 0 0 0,-2 0 0 0 0,1 0 0 0 0,-2 0 0 0 0,3 0 0 0 0,1 0 0 0 0,-1 0 0 0 0,-3 0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6:30.4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25479 8725 16383 0 0,'6'0'0'0'0,"8"0"0"0"0,3 0 0 0 0,3 0 0 0 0,1 0 0 0 0,2 0 0 0 0,3 0 0 0 0,0 0 0 0 0,-2 0 0 0 0,-1 0 0 0 0,-3 0 0 0 0,-1 0 0 0 0,-1 0 0 0 0,2 0 0 0 0,1 0 0 0 0,-1 0 0 0 0,-1 0 0 0 0,0 0 0 0 0,-1 0 0 0 0,-1 0 0 0 0,3 0 0 0 0,1 0 0 0 0,0 0 0 0 0,-2 0 0 0 0,0 0 0 0 0,-1 0 0 0 0,0 0 0 0 0,-1 0 0 0 0,3 0 0 0 0,0 0 0 0 0,1 0 0 0 0,-1 0 0 0 0,1 0 0 0 0,1 0 0 0 0,2 0 0 0 0,0 0 0 0 0,-1 0 0 0 0,-2 0 0 0 0,-1 0 0 0 0,-2 0 0 0 0,0 0 0 0 0,1 0 0 0 0,2 0 0 0 0,-1 0 0 0 0,0 0 0 0 0,-1 0 0 0 0,-1 0 0 0 0,-4-3 0 0 0,0-1 0 0 0,2 0 0 0 0,1 2 0 0 0,2-1 0 0 0,-1 2 0 0 0,0 0 0 0 0,41-5 0 0 0,9-1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6:30.4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23826 9803 16383 0 0,'3'0'0'0'0,"3"0"0"0"0,5 0 0 0 0,2 0 0 0 0,2 0 0 0 0,5 0 0 0 0,1 0 0 0 0,0 0 0 0 0,0 0 0 0 0,-1 0 0 0 0,-2 0 0 0 0,0 0 0 0 0,0 0 0 0 0,4 0 0 0 0,6 0 0 0 0,5 0 0 0 0,1 0 0 0 0,-2 0 0 0 0,-5 0 0 0 0,0 0 0 0 0,-3 0 0 0 0,-2 0 0 0 0,-1 0 0 0 0,-3 0 0 0 0,0 0 0 0 0,-1 0 0 0 0,2 0 0 0 0,1 0 0 0 0,1 0 0 0 0,-2 0 0 0 0,0 0 0 0 0,-1 0 0 0 0,-3 3 0 0 0,-2 1 0 0 0,0-1 0 0 0,4 3 0 0 0,2 0 0 0 0,0-1 0 0 0,0-1 0 0 0,-1-2 0 0 0,1-1 0 0 0,-2 0 0 0 0,4-1 0 0 0,0 0 0 0 0,-1-1 0 0 0,0 1 0 0 0,-1 0 0 0 0,-1 0 0 0 0,0 0 0 0 0,2 0 0 0 0,0 0 0 0 0,1 0 0 0 0,-2 0 0 0 0,0 0 0 0 0,-1 0 0 0 0,0 0 0 0 0,2 0 0 0 0,1 0 0 0 0,-1 0 0 0 0,0 0 0 0 0,-1 0 0 0 0,-1 0 0 0 0,-1 0 0 0 0,1 0 0 0 0,1 0 0 0 0,5 0 0 0 0,0 0 0 0 0,0 0 0 0 0,-3 0 0 0 0,2 0 0 0 0,0 0 0 0 0,-1 0 0 0 0,-2 0 0 0 0,-1 0 0 0 0,-1 0 0 0 0,-1 0 0 0 0,3 0 0 0 0,0 0 0 0 0,1 0 0 0 0,-2 0 0 0 0,0 0 0 0 0,-1 0 0 0 0,0 0 0 0 0,2 0 0 0 0,1 0 0 0 0,-1 0 0 0 0,0 0 0 0 0,-1 0 0 0 0,-1 0 0 0 0,-1 0 0 0 0,0 0 0 0 0,3 0 0 0 0,1 0 0 0 0,-1 0 0 0 0,0 0 0 0 0,-1 0 0 0 0,-1 0 0 0 0,0 0 0 0 0,2 0 0 0 0,0 0 0 0 0,1 0 0 0 0,-1 0 0 0 0,-1 0 0 0 0,-1 0 0 0 0,-1 0 0 0 0,3 0 0 0 0,1 0 0 0 0,-1 0 0 0 0,0 0 0 0 0,-1 0 0 0 0,-1 0 0 0 0,0 0 0 0 0,2 0 0 0 0,0 0 0 0 0,1 0 0 0 0,-1 0 0 0 0,-2 0 0 0 0,1 0 0 0 0,-2 0 0 0 0,0 0 0 0 0,3 0 0 0 0,-2 0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6:30.4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23892 10984 16383 0 0,'3'0'0'0'0,"9"0"0"0"0,9 0 0 0 0,6 0 0 0 0,2 0 0 0 0,2 0 0 0 0,-3 0 0 0 0,-1 0 0 0 0,-1 0 0 0 0,-2 0 0 0 0,-2 0 0 0 0,-1 0 0 0 0,-2 0 0 0 0,-2 0 0 0 0,0 0 0 0 0,0 0 0 0 0,3 0 0 0 0,0 0 0 0 0,0 0 0 0 0,0 0 0 0 0,-1 0 0 0 0,-1 0 0 0 0,-1 0 0 0 0,3 0 0 0 0,1 0 0 0 0,0 0 0 0 0,-2 0 0 0 0,0 0 0 0 0,-1 0 0 0 0,0 0 0 0 0,2 0 0 0 0,1 0 0 0 0,-1 0 0 0 0,0 0 0 0 0,-1 0 0 0 0,-1 0 0 0 0,-1 0 0 0 0,3 0 0 0 0,1 0 0 0 0,0 0 0 0 0,-2 0 0 0 0,0 0 0 0 0,-1 0 0 0 0,0 0 0 0 0,-1 0 0 0 0,3 0 0 0 0,0 0 0 0 0,1 0 0 0 0,-1 0 0 0 0,-1 0 0 0 0,-1 0 0 0 0,-1 0 0 0 0,3 0 0 0 0,1 0 0 0 0,0 0 0 0 0,-2 0 0 0 0,0 0 0 0 0,-1 0 0 0 0,0 0 0 0 0,2 0 0 0 0,1 0 0 0 0,-1 0 0 0 0,0 0 0 0 0,-1 0 0 0 0,-1 0 0 0 0,-1 0 0 0 0,3 0 0 0 0,1 0 0 0 0,-1 0 0 0 0,0 0 0 0 0,-1 0 0 0 0,-1 0 0 0 0,0 0 0 0 0,-1 0 0 0 0,3 0 0 0 0,0 0 0 0 0,1 0 0 0 0,-2 0 0 0 0,0 0 0 0 0,-1 0 0 0 0,0 0 0 0 0,2 0 0 0 0,1 0 0 0 0,-1 0 0 0 0,0 0 0 0 0,-1 0 0 0 0,-1 0 0 0 0,0 0 0 0 0,2 0 0 0 0,0 0 0 0 0,1 0 0 0 0,-1 0 0 0 0,-2 0 0 0 0,1-3 0 0 0,-2-1 0 0 0,0 1 0 0 0,3 0 0 0 0,1 1 0 0 0,-1 0 0 0 0,0 2 0 0 0,-1-1 0 0 0,-1 1 0 0 0,-1 1 0 0 0,3-1 0 0 0,-2 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6:57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25440 8412 16383 0 0,'3'0'0'0'0,"3"0"0"0"0,8 0 0 0 0,3 0 0 0 0,2 0 0 0 0,0 0 0 0 0,1 0 0 0 0,-1 0 0 0 0,-1 0 0 0 0,3 0 0 0 0,0 0 0 0 0,0 0 0 0 0,-1 0 0 0 0,-1 0 0 0 0,-1 0 0 0 0,-1 0 0 0 0,0 0 0 0 0,3 0 0 0 0,1 0 0 0 0,-1 0 0 0 0,0 0 0 0 0,-1 0 0 0 0,-1 0 0 0 0,-1 0 0 0 0,4 0 0 0 0,-1 0 0 0 0,1 0 0 0 0,-2 0 0 0 0,0 0 0 0 0,-1 0 0 0 0,0 0 0 0 0,2 0 0 0 0,1-3 0 0 0,-1-1 0 0 0,0 1 0 0 0,-1 0 0 0 0,-1 0 0 0 0,-1-1 0 0 0,9 0 0 0 0,3 0 0 0 0,-2-2 0 0 0,-1 0 0 0 0,-3 1 0 0 0,-2 2 0 0 0,1 1 0 0 0,-1 1 0 0 0,0 0 0 0 0,-2 1 0 0 0,0 0 0 0 0,-1 0 0 0 0,-1 1 0 0 0,3-1 0 0 0,0 0 0 0 0,1 0 0 0 0,-2 0 0 0 0,0 0 0 0 0,-1 0 0 0 0,0 0 0 0 0,2 0 0 0 0,1 0 0 0 0,-1 0 0 0 0,0 0 0 0 0,-1 0 0 0 0,-1 0 0 0 0,-1 0 0 0 0,3 0 0 0 0,1 0 0 0 0,-1 0 0 0 0,-3 0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6:57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25585 9595 16383 0 0,'3'0'0'0'0,"4"0"0"0"0,3 0 0 0 0,3 0 0 0 0,3 0 0 0 0,3 0 0 0 0,3 0 0 0 0,-1 0 0 0 0,0 0 0 0 0,-2 0 0 0 0,0 0 0 0 0,-1 0 0 0 0,2 0 0 0 0,1 0 0 0 0,-1 0 0 0 0,0 0 0 0 0,-1 0 0 0 0,-1 0 0 0 0,0 0 0 0 0,2 0 0 0 0,0 0 0 0 0,1 0 0 0 0,-2 0 0 0 0,0 0 0 0 0,-1 0 0 0 0,0 0 0 0 0,2 0 0 0 0,1 0 0 0 0,-1 0 0 0 0,0 0 0 0 0,-1 0 0 0 0,-1 0 0 0 0,-1 0 0 0 0,1 0 0 0 0,1 0 0 0 0,-1-3 0 0 0,-1-1 0 0 0,-1 1 0 0 0,0 0 0 0 0,0 1 0 0 0,0 0 0 0 0,1 2 0 0 0,2-1 0 0 0,2 1 0 0 0,-1 0 0 0 0,0 1 0 0 0,-1-1 0 0 0,-1 0 0 0 0,0 0 0 0 0,2 0 0 0 0,1 0 0 0 0,0 0 0 0 0,-2 0 0 0 0,0 0 0 0 0,-1 0 0 0 0,0 0 0 0 0,-1 0 0 0 0,3 0 0 0 0,0 0 0 0 0,1 0 0 0 0,-2 0 0 0 0,0 0 0 0 0,-1 0 0 0 0,0 0 0 0 0,-4 0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6:57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25268 10702 16383 0 0,'3'0'0'0'0,"3"0"0"0"0,8 0 0 0 0,3 0 0 0 0,2 0 0 0 0,0 0 0 0 0,1 0 0 0 0,-1 0 0 0 0,-1 0 0 0 0,3 0 0 0 0,0 0 0 0 0,0 0 0 0 0,-1 0 0 0 0,-1 0 0 0 0,-1 0 0 0 0,-1 0 0 0 0,3 0 0 0 0,1 0 0 0 0,-1 0 0 0 0,0 0 0 0 0,-1 0 0 0 0,-1 0 0 0 0,0 0 0 0 0,2 0 0 0 0,0 0 0 0 0,1 0 0 0 0,-1 0 0 0 0,-2 0 0 0 0,1 0 0 0 0,-2 0 0 0 0,0 0 0 0 0,3 0 0 0 0,1 0 0 0 0,-1 0 0 0 0,0 0 0 0 0,-1 0 0 0 0,-1 0 0 0 0,-1 0 0 0 0,3 0 0 0 0,1 0 0 0 0,0 0 0 0 0,-2 0 0 0 0,0 0 0 0 0,-1 0 0 0 0,0 0 0 0 0,2 0 0 0 0,1 0 0 0 0,-1 0 0 0 0,0 0 0 0 0,-1 0 0 0 0,-1 0 0 0 0,-1 0 0 0 0,3 0 0 0 0,1 0 0 0 0,0 0 0 0 0,-2 0 0 0 0,0 0 0 0 0,-1 0 0 0 0,0 0 0 0 0,-1 0 0 0 0,3 0 0 0 0,0 0 0 0 0,1 0 0 0 0,-1 0 0 0 0,-1 0 0 0 0,-1 0 0 0 0,-1 0 0 0 0,3 0 0 0 0,1 0 0 0 0,0 0 0 0 0,-2 0 0 0 0,0 0 0 0 0,-1 0 0 0 0,0 0 0 0 0,2 0 0 0 0,1 0 0 0 0,-1 0 0 0 0,0 0 0 0 0,-1 0 0 0 0,-1 0 0 0 0,-1 0 0 0 0,3 0 0 0 0,1 0 0 0 0,-1 0 0 0 0,-3 0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6:57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24937 7250 16383 0 0,'3'0'0'0'0,"4"0"0"0"0,3 0 0 0 0,3 0 0 0 0,6 2 0 0 0,1 2 0 0 0,1 0 0 0 0,0-1 0 0 0,-2-1 0 0 0,-3 2 0 0 0,-1 1 0 0 0,-1-1 0 0 0,3-1 0 0 0,1-1 0 0 0,1-1 0 0 0,0-1 0 0 0,0 0 0 0 0,-1 0 0 0 0,0 0 0 0 0,-1 0 0 0 0,3 0 0 0 0,1 0 0 0 0,-1-1 0 0 0,0 1 0 0 0,-1 0 0 0 0,-1 0 0 0 0,0 0 0 0 0,2 0 0 0 0,0 0 0 0 0,1 0 0 0 0,-1 0 0 0 0,-1 0 0 0 0,-4 3 0 0 0,-2 1 0 0 0,1 0 0 0 0,3-1 0 0 0,1-1 0 0 0,1-1 0 0 0,0 0 0 0 0,0-1 0 0 0,-1 0 0 0 0,0 0 0 0 0,2 0 0 0 0,1 0 0 0 0,0 0 0 0 0,-1-1 0 0 0,-2 1 0 0 0,1 0 0 0 0,-2 0 0 0 0,0 0 0 0 0,3 0 0 0 0,1 0 0 0 0,-1 0 0 0 0,0 0 0 0 0,-1 0 0 0 0,-1 0 0 0 0,-1 0 0 0 0,3 0 0 0 0,1 0 0 0 0,0 0 0 0 0,-2 0 0 0 0,0 0 0 0 0,-1 0 0 0 0,0 0 0 0 0,2 0 0 0 0,1 0 0 0 0,-1 0 0 0 0,0 0 0 0 0,-1 0 0 0 0,-1 0 0 0 0,-1 0 0 0 0,3 0 0 0 0,1 0 0 0 0,0 0 0 0 0,-2 0 0 0 0,0 0 0 0 0,-1-2 0 0 0,0-2 0 0 0,-1 0 0 0 0,3 1 0 0 0,0 1 0 0 0,1 1 0 0 0,-1 0 0 0 0,-1 1 0 0 0,-1 0 0 0 0,-1 0 0 0 0,3 0 0 0 0,1 0 0 0 0,0 0 0 0 0,-2-2 0 0 0,0-2 0 0 0,-1 0 0 0 0,0 1 0 0 0,2 1 0 0 0,1 1 0 0 0,-1 0 0 0 0,0 1 0 0 0,-1 0 0 0 0,-1 0 0 0 0,-1 0 0 0 0,3 0 0 0 0,1 0 0 0 0,-1 0 0 0 0,0 1 0 0 0,-1-1 0 0 0,-1 0 0 0 0,0 0 0 0 0,-1 0 0 0 0,3 0 0 0 0,-3 0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7:16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15624 8427 16383 0 0,'3'0'0'0'0,"3"0"0"0"0,5 0 0 0 0,2 0 0 0 0,5 0 0 0 0,3 0 0 0 0,0 0 0 0 0,-1 0 0 0 0,0 0 0 0 0,-1 0 0 0 0,-1 0 0 0 0,2 0 0 0 0,1 0 0 0 0,0 0 0 0 0,-1 0 0 0 0,-2 0 0 0 0,1 0 0 0 0,-2 0 0 0 0,0 0 0 0 0,3 0 0 0 0,1 0 0 0 0,-1 0 0 0 0,0 0 0 0 0,-1 0 0 0 0,-1 0 0 0 0,-1 0 0 0 0,3 0 0 0 0,1 0 0 0 0,0 0 0 0 0,-2 0 0 0 0,0 0 0 0 0,-1 0 0 0 0,0 0 0 0 0,2 0 0 0 0,1 0 0 0 0,-1 0 0 0 0,0 0 0 0 0,-1 0 0 0 0,-1 0 0 0 0,-1 0 0 0 0,0 0 0 0 0,3 0 0 0 0,1 0 0 0 0,-1 0 0 0 0,0 0 0 0 0,-1 0 0 0 0,-1 0 0 0 0,0 0 0 0 0,2 0 0 0 0,-2 3 0 0 0,-2 1 0 0 0,0-1 0 0 0,0 0 0 0 0,0-1 0 0 0,0 0 0 0 0,1-2 0 0 0,2 1 0 0 0,2-1 0 0 0,0 0 0 0 0,-2-1 0 0 0,1 1 0 0 0,-2 0 0 0 0,0 0 0 0 0,-4 0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7:16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17912 9525 16383 0 0,'3'0'0'0'0,"4"0"0"0"0,3 0 0 0 0,4 0 0 0 0,1 0 0 0 0,2 0 0 0 0,3 0 0 0 0,1 0 0 0 0,1 0 0 0 0,-2 0 0 0 0,0 0 0 0 0,-2 0 0 0 0,0 0 0 0 0,2 0 0 0 0,1 0 0 0 0,-1 0 0 0 0,0 0 0 0 0,-1 0 0 0 0,-1 0 0 0 0,0 0 0 0 0,2 0 0 0 0,0 0 0 0 0,1 0 0 0 0,-2 0 0 0 0,0 0 0 0 0,-1 0 0 0 0,11 0 0 0 0,4 0 0 0 0,-2 0 0 0 0,-2 0 0 0 0,-4 0 0 0 0,-3 0 0 0 0,1 0 0 0 0,-2 0 0 0 0,-3 6 0 0 0,-2 1 0 0 0,-2 4 0 0 0,1-2 0 0 0,0-1 0 0 0,1-2 0 0 0,2-3 0 0 0,3-1 0 0 0,-1-1 0 0 0,0-1 0 0 0,-1-1 0 0 0,-1 1 0 0 0,0 0 0 0 0,2-1 0 0 0,1 1 0 0 0,0 0 0 0 0,-2 0 0 0 0,0 0 0 0 0,-1 0 0 0 0,0 0 0 0 0,2 0 0 0 0,1 0 0 0 0,-1 0 0 0 0,0 0 0 0 0,-1 0 0 0 0,-1 0 0 0 0,-1 0 0 0 0,-3 0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7:16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20003 10676 16383 0 0,'2'0'0'0'0,"8"0"0"0"0,4 0 0 0 0,3 0 0 0 0,1 0 0 0 0,1 0 0 0 0,0 0 0 0 0,-1 0 0 0 0,0 0 0 0 0,3 0 0 0 0,0 0 0 0 0,-1 0 0 0 0,0 0 0 0 0,-1 0 0 0 0,-1 0 0 0 0,0 0 0 0 0,2 0 0 0 0,1 0 0 0 0,-1 0 0 0 0,0 0 0 0 0,-1 0 0 0 0,-1 0 0 0 0,-1 0 0 0 0,3 0 0 0 0,1 0 0 0 0,0 0 0 0 0,-2 0 0 0 0,0 0 0 0 0,-1 0 0 0 0,0 0 0 0 0,2 0 0 0 0,1 0 0 0 0,-1 0 0 0 0,0 0 0 0 0,-1 0 0 0 0,-1 0 0 0 0,-1 0 0 0 0,0 0 0 0 0,3 0 0 0 0,1 0 0 0 0,-1 3 0 0 0,0 1 0 0 0,-1-1 0 0 0,-1 0 0 0 0,0-1 0 0 0,2 0 0 0 0,1-2 0 0 0,-1 1 0 0 0,0-1 0 0 0,-1-1 0 0 0,-1 1 0 0 0,-1 0 0 0 0,3 0 0 0 0,1 0 0 0 0,-1 0 0 0 0,3 0 0 0 0,0 0 0 0 0,-1 0 0 0 0,1 0 0 0 0,0 0 0 0 0,-1 0 0 0 0,-2 0 0 0 0,-1 0 0 0 0,-1 0 0 0 0,0 0 0 0 0,-1 0 0 0 0,2 0 0 0 0,2 0 0 0 0,-1 0 0 0 0,0 0 0 0 0,-1 0 0 0 0,-1 0 0 0 0,-1 0 0 0 0,4 0 0 0 0,-1 0 0 0 0,1 0 0 0 0,-2 0 0 0 0,0 0 0 0 0,-1 0 0 0 0,0 0 0 0 0,2 0 0 0 0,1 0 0 0 0,-1 0 0 0 0,0 0 0 0 0,-1 0 0 0 0,-1 0 0 0 0,-1 0 0 0 0,4 0 0 0 0,2 6 0 0 0,-1 1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7:16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22754 11840 16383 0 0,'3'0'0'0'0,"4"0"0"0"0,3 0 0 0 0,3 0 0 0 0,6 0 0 0 0,1 0 0 0 0,1 0 0 0 0,0 0 0 0 0,-1 0 0 0 0,-2 0 0 0 0,1 0 0 0 0,1 0 0 0 0,1 0 0 0 0,-1 0 0 0 0,0 0 0 0 0,-1 0 0 0 0,-1 0 0 0 0,0 0 0 0 0,-1 0 0 0 0,2 0 0 0 0,2 0 0 0 0,-1 0 0 0 0,0 0 0 0 0,-1 0 0 0 0,-1 0 0 0 0,0 0 0 0 0,2 0 0 0 0,1 3 0 0 0,-1 1 0 0 0,0 0 0 0 0,-1-1 0 0 0,-1-1 0 0 0,-1-1 0 0 0,3 0 0 0 0,1-1 0 0 0,0 0 0 0 0,-2 0 0 0 0,-3 3 0 0 0,-1 0 0 0 0,-2 1 0 0 0,2-1 0 0 0,2-1 0 0 0,3-1 0 0 0,-1 0 0 0 0,1-1 0 0 0,-1 0 0 0 0,-1 0 0 0 0,0 0 0 0 0,-1 0 0 0 0,3-1 0 0 0,1 1 0 0 0,-1 0 0 0 0,0 0 0 0 0,-1 0 0 0 0,-1-5 0 0 0,0-3 0 0 0,2 1 0 0 0,0 1 0 0 0,1 2 0 0 0,-1 1 0 0 0,-2 2 0 0 0,1 0 0 0 0,-2 1 0 0 0,3 0 0 0 0,1 1 0 0 0,-1-1 0 0 0,0 0 0 0 0,-1 0 0 0 0,-1 0 0 0 0,0 0 0 0 0,-4 0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7:25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14896 7214 16383 0 0,'3'0'0'0'0,"4"0"0"0"0,0 6 0 0 0,3 1 0 0 0,4 1 0 0 0,4-3 0 0 0,1 0 0 0 0,-3 0 0 0 0,-1 0 0 0 0,0 0 0 0 0,0-2 0 0 0,1-2 0 0 0,3 0 0 0 0,1 0 0 0 0,0-1 0 0 0,0 0 0 0 0,-1-1 0 0 0,-1 1 0 0 0,0 0 0 0 0,2 0 0 0 0,1 0 0 0 0,0 0 0 0 0,-2 0 0 0 0,0 0 0 0 0,-1 0 0 0 0,0 0 0 0 0,-1 0 0 0 0,3 0 0 0 0,3 0 0 0 0,2 0 0 0 0,-2 0 0 0 0,-1 0 0 0 0,1 0 0 0 0,0 0 0 0 0,-2 0 0 0 0,-1 0 0 0 0,-1 0 0 0 0,-1 0 0 0 0,-1 0 0 0 0,3 0 0 0 0,1-6 0 0 0,-1-2 0 0 0,0 1 0 0 0,-1 1 0 0 0,-1 2 0 0 0,-1 1 0 0 0,3 2 0 0 0,1 0 0 0 0,-1 1 0 0 0,0 1 0 0 0,-1-1 0 0 0,-1 0 0 0 0,0 0 0 0 0,-1 1 0 0 0,3-1 0 0 0,0 0 0 0 0,1 0 0 0 0,-2 0 0 0 0,0 0 0 0 0,0 0 0 0 0,-2 0 0 0 0,3 0 0 0 0,1 0 0 0 0,-1 0 0 0 0,0 0 0 0 0,-1 0 0 0 0,-1 0 0 0 0,0 0 0 0 0,2 0 0 0 0,0 0 0 0 0,1 0 0 0 0,-1 0 0 0 0,-2 0 0 0 0,1 0 0 0 0,-2 0 0 0 0,3 0 0 0 0,1 0 0 0 0,-1 0 0 0 0,0 0 0 0 0,-1 0 0 0 0,-1 0 0 0 0,0-3 0 0 0,-1-1 0 0 0,3 0 0 0 0,0-1 0 0 0,1-1 0 0 0,-2 1 0 0 0,0 1 0 0 0,-1 2 0 0 0,0 0 0 0 0,2 2 0 0 0,1 0 0 0 0,-1 0 0 0 0,0 0 0 0 0,-1 0 0 0 0,-1 1 0 0 0,-1-1 0 0 0,3 0 0 0 0,1 0 0 0 0,0 0 0 0 0,-2 0 0 0 0,0 0 0 0 0,-1 0 0 0 0,0 0 0 0 0,2 0 0 0 0,1 0 0 0 0,-1 0 0 0 0,0 0 0 0 0,-4 3 0 0 0,-2 1 0 0 0,-3-1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7:25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17595 7295 16383 0 0,'3'0'0'0'0,"3"0"0"0"0,5 0 0 0 0,2 0 0 0 0,5 0 0 0 0,3 0 0 0 0,9-9 0 0 0,2-2 0 0 0,-2 0 0 0 0,1 2 0 0 0,-3 3 0 0 0,-3 2 0 0 0,-3 2 0 0 0,-2 1 0 0 0,-2 1 0 0 0,-1 0 0 0 0,3 1 0 0 0,0-1 0 0 0,0 0 0 0 0,-1 1 0 0 0,0-1 0 0 0,-1 0 0 0 0,-1 0 0 0 0,3 0 0 0 0,1 0 0 0 0,0 0 0 0 0,-2 0 0 0 0,0 0 0 0 0,-1 0 0 0 0,0 0 0 0 0,2 0 0 0 0,1 0 0 0 0,-1 0 0 0 0,0 0 0 0 0,-1 0 0 0 0,-1 0 0 0 0,-1 0 0 0 0,1 0 0 0 0,1 0 0 0 0,2 0 0 0 0,-1 0 0 0 0,0 0 0 0 0,-1 0 0 0 0,-1 0 0 0 0,0 0 0 0 0,2 0 0 0 0,1 0 0 0 0,-1 0 0 0 0,0 0 0 0 0,-1 0 0 0 0,-1 0 0 0 0,-1 0 0 0 0,3 0 0 0 0,1 0 0 0 0,0 0 0 0 0,-2 0 0 0 0,0 0 0 0 0,-1 0 0 0 0,0 0 0 0 0,-4-3 0 0 0,2-1 0 0 0,1 1 0 0 0,0 0 0 0 0,1-2 0 0 0,0 0 0 0 0,-1 0 0 0 0,0 2 0 0 0,1 1 0 0 0,2 1 0 0 0,0 0 0 0 0,1 1 0 0 0,-1 0 0 0 0,-1 0 0 0 0,-1 1 0 0 0,0-1 0 0 0,2 0 0 0 0,0 0 0 0 0,1 0 0 0 0,-1 0 0 0 0,-2 0 0 0 0,1 0 0 0 0,-2 0 0 0 0,-3 3 0 0 0,2 1 0 0 0,-2 5 0 0 0,-3 5 0 0 0,-4-1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7:34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19751 7276 16383 0 0,'3'0'0'0'0,"7"0"0"0"0,4 0 0 0 0,3 0 0 0 0,1 0 0 0 0,1 0 0 0 0,0 0 0 0 0,-1 0 0 0 0,3 0 0 0 0,0 0 0 0 0,0 0 0 0 0,-1 0 0 0 0,-1 0 0 0 0,-1 0 0 0 0,0 0 0 0 0,2 0 0 0 0,1 0 0 0 0,-1 0 0 0 0,0 0 0 0 0,-2 0 0 0 0,1 0 0 0 0,-2 0 0 0 0,3 0 0 0 0,1 0 0 0 0,-1 0 0 0 0,0 0 0 0 0,-1 0 0 0 0,-1 0 0 0 0,0 0 0 0 0,-1 0 0 0 0,3 0 0 0 0,0 0 0 0 0,1 0 0 0 0,-2 6 0 0 0,0 2 0 0 0,-1-1 0 0 0,0-1 0 0 0,2-2 0 0 0,1-1 0 0 0,-1-2 0 0 0,0 0 0 0 0,-1-1 0 0 0,-1-1 0 0 0,-1 1 0 0 0,3 0 0 0 0,1-1 0 0 0,0 1 0 0 0,-2 0 0 0 0,0 0 0 0 0,-1 0 0 0 0,0 0 0 0 0,2 0 0 0 0,1 0 0 0 0,-1 0 0 0 0,0 0 0 0 0,-1 0 0 0 0,-1 0 0 0 0,-1 0 0 0 0,1 0 0 0 0,1 0 0 0 0,2 0 0 0 0,-1 0 0 0 0,0 0 0 0 0,-1 0 0 0 0,-1 0 0 0 0,0 0 0 0 0,2 0 0 0 0,1 0 0 0 0,-1 0 0 0 0,0 0 0 0 0,-1 0 0 0 0,-1 0 0 0 0,8 0 0 0 0,3 0 0 0 0,-2 0 0 0 0,-1 0 0 0 0,-3 0 0 0 0,-2 0 0 0 0,1 0 0 0 0,-1 0 0 0 0,0 0 0 0 0,-2 0 0 0 0,-3-3 0 0 0,-2-1 0 0 0,-1 1 0 0 0,1 0 0 0 0,1 1 0 0 0,3 0 0 0 0,2 2 0 0 0,0-1 0 0 0,0 1 0 0 0,-1 1 0 0 0,-1-1 0 0 0,0 0 0 0 0,2 0 0 0 0,1 0 0 0 0,0 0 0 0 0,-1-3 0 0 0,-2-1 0 0 0,1 1 0 0 0,-2 0 0 0 0,3 1 0 0 0,1 0 0 0 0,-1 2 0 0 0,-3-1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6T17:17:34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22146 7263 16383 0 0,'3'0'0'0'0,"3"0"0"0"0,5 0 0 0 0,5 0 0 0 0,3 0 0 0 0,1 0 0 0 0,1 0 0 0 0,-2 0 0 0 0,0 0 0 0 0,0 0 0 0 0,-2 0 0 0 0,3 0 0 0 0,4 0 0 0 0,0 0 0 0 0,0 0 0 0 0,-2 0 0 0 0,1 0 0 0 0,-1 0 0 0 0,0 0 0 0 0,-2 0 0 0 0,-1 0 0 0 0,5 0 0 0 0,1 0 0 0 0,-1 0 0 0 0,-2 0 0 0 0,-1 0 0 0 0,-1 0 0 0 0,-2 0 0 0 0,2 0 0 0 0,1 0 0 0 0,-1 0 0 0 0,-1 0 0 0 0,0 0 0 0 0,-1 0 0 0 0,0 0 0 0 0,-1 0 0 0 0,2 0 0 0 0,2 0 0 0 0,-1 0 0 0 0,0 0 0 0 0,-1 0 0 0 0,-1 0 0 0 0,0 0 0 0 0,2 0 0 0 0,1 0 0 0 0,-1 0 0 0 0,0 0 0 0 0,-1 0 0 0 0,-1 0 0 0 0,-1 0 0 0 0,3 0 0 0 0,1 0 0 0 0,0 0 0 0 0,-2 0 0 0 0,0 0 0 0 0,-1 0 0 0 0,0 0 0 0 0,2 0 0 0 0,1 0 0 0 0,-1 0 0 0 0,0 0 0 0 0,-1 0 0 0 0,-1 0 0 0 0,-1 0 0 0 0,0 0 0 0 0,3 0 0 0 0,1 0 0 0 0,-1 0 0 0 0,0 0 0 0 0,-1 0 0 0 0,-1 0 0 0 0,0 0 0 0 0,2 0 0 0 0,0 0 0 0 0,1 0 0 0 0,-1 0 0 0 0,-2 0 0 0 0,1 0 0 0 0,-2 0 0 0 0,3 0 0 0 0,1 0 0 0 0,-1 0 0 0 0,0 0 0 0 0,-1 0 0 0 0,-1 0 0 0 0,0 0 0 0 0,2 0 0 0 0,0 0 0 0 0,1 0 0 0 0,-1 0 0 0 0,-2 0 0 0 0,1 0 0 0 0,-2 0 0 0 0,0 0 0 0 0,3 0 0 0 0,1 0 0 0 0,-1 0 0 0 0,0 0 0 0 0,-1 0 0 0 0,-1 0 0 0 0,5 0 0 0 0,2 0 0 0 0,-1 0 0 0 0,-1 0 0 0 0,-2 0 0 0 0,-5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CFD86-0D71-48D7-A96F-642228D472F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825CB-10CA-4359-B8A9-22D749E67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23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*Speaking notes in OneNote*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825CB-10CA-4359-B8A9-22D749E67DE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15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825CB-10CA-4359-B8A9-22D749E67DE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25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9EA17-6B47-BF8C-28A3-F6B0883DE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B1CD3-F494-9BEE-4701-90287EA17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32B36-336C-D769-E5B5-7584C442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E4F4C-8129-4861-AB72-85B1DD49C7A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6B7A1-6E1C-C9C4-EF8F-EB905D966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605F1-1438-6788-FB12-CB29EB4A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C1D8-8B50-4F69-BDE6-9C270E2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93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58E00-5995-E80F-5754-F2397BA9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8F318-6478-949A-9386-4444B9F6F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F3AF9-7B0E-D61E-2239-29930396F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E4F4C-8129-4861-AB72-85B1DD49C7A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B3C27-B89B-F863-6639-DAA033A3A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11BB4-EE85-30DF-CA1F-D6700575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C1D8-8B50-4F69-BDE6-9C270E2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2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A3C88-5158-08CA-13B7-D1C24D02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2BED9-9D83-BE3D-B17B-9C13BC1E7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6606E-4E46-D1C7-4D64-6E9A9AD38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E4F4C-8129-4861-AB72-85B1DD49C7A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ACF0E-B292-5DF4-0C70-4B8EF08BC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FFF53-D218-904A-6A2C-3D1BAD04A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C1D8-8B50-4F69-BDE6-9C270E2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93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51DC0-3D80-57B4-43FF-1B3223D6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95FB1-0643-8BB1-26E1-3A7117CCA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14664-9C31-111C-6418-B6A12C1DE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D3FC4-71BE-A03C-933E-5C088B826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E4F4C-8129-4861-AB72-85B1DD49C7A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590C0-22E5-D8DD-E036-E3508BAE6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02E92-5EA4-2297-459E-205D5D22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C1D8-8B50-4F69-BDE6-9C270E2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44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644DF-9EC3-11B2-9112-88EDA61DE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6A0DA-0D04-2DEA-2C90-CF17137CE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3850C-F773-8141-793C-5739CF02A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CF128-E8AB-8872-3C98-9C910510A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1D9093-8C11-6E19-6937-D1B0A37086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FAE7DE-0DB1-4713-EAC6-043E2E919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E4F4C-8129-4861-AB72-85B1DD49C7A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4AFB8E-732B-88E5-7C1D-362640126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0FA0B7-99DB-9EB9-7318-A5C1B9EE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C1D8-8B50-4F69-BDE6-9C270E2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810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519A1-CC2C-F75A-1E15-44A78AE26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629F96-DA14-F34A-096C-05B3DD8ED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E4F4C-8129-4861-AB72-85B1DD49C7A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74259-0D3C-EF17-1B0D-133A1CA2D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C2731-26BE-BE4E-FCCB-D277DCCC2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C1D8-8B50-4F69-BDE6-9C270E2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15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87306-00F3-3C19-F911-0BB6E7362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E4F4C-8129-4861-AB72-85B1DD49C7A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2873AC-8107-28F0-424B-CC3E2C061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48C9-40BB-5233-0FC4-A2BB64D87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C1D8-8B50-4F69-BDE6-9C270E2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53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E750A-2AC3-FB88-DB38-2164D4D8D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20918-D39D-3F5F-2957-42E3472A9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02C9B0-662C-2650-732E-636EBF080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6F88A-9E8E-602B-7C66-429E025DA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E4F4C-8129-4861-AB72-85B1DD49C7A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E6246-67E2-1438-40C3-CFDBBB011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97F9E-5977-DDA5-6816-19ADAC73F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C1D8-8B50-4F69-BDE6-9C270E2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89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C7F01-987C-B90C-26F1-149D186E1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317DB8-2BC8-BC7F-4CAD-F7047D9D0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5B6029-6DDC-BE5D-C8EB-31BCB3A2A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A05A9-9969-81A1-0074-2B073EC4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E4F4C-8129-4861-AB72-85B1DD49C7A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EFDB0-03C9-0DA6-7F64-89ABA15C2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11201-EEE0-E91F-7DBA-B601F4B3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C1D8-8B50-4F69-BDE6-9C270E2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91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17C3C-63A2-D31C-0A9E-599E74AC2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7F69F-819A-49F5-AA39-BC38DF05B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DAD8F-BB80-F13F-CA1C-BF29D486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E4F4C-8129-4861-AB72-85B1DD49C7A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FCD65-18E4-4D8F-DDD6-F062B3045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7F0FC-1CC1-EE32-ACF5-A0CA4AD0F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C1D8-8B50-4F69-BDE6-9C270E2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99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770C96-8D65-B35C-F3DF-D834EA1D3C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03BDC-6E61-C5BC-A6F9-015D51C82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D074F-1DCC-942A-87ED-0D243490D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E4F4C-8129-4861-AB72-85B1DD49C7A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1AA2A-FC3A-53F3-8F64-FEE9DA616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D8CA0-B913-9CA8-1C5D-CDF7604CA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C1D8-8B50-4F69-BDE6-9C270E2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8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67C48-3368-D937-6B39-1474A6208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1DEAA-D388-63A6-33C7-25C3FABC3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B19FC-439A-6601-F7F3-7D7917BB13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E4F4C-8129-4861-AB72-85B1DD49C7A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71446-5B1D-31F9-AED4-76D3281A7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CECB9-B010-8C2F-803A-6BF717646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79C1D8-8B50-4F69-BDE6-9C270E2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6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6E1729A9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E2D3F8A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microsoft.com/office/2018/10/relationships/comments" Target="../comments/modernComment_102_6F2589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8/10/relationships/comments" Target="../comments/modernComment_116_4F94513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D_72F7116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microsoft.com/office/2018/10/relationships/comments" Target="../comments/modernComment_101_5445EB4E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E_4BCB21F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microsoft.com/office/2018/10/relationships/comments" Target="../comments/modernComment_104_3CCFDC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0_A7F2244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microsoft.com/office/2018/10/relationships/comments" Target="../comments/modernComment_112_E4B90EB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83AB80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microsoft.com/office/2018/10/relationships/comments" Target="../comments/modernComment_113_72C8A8A4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1_FF94EB7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A_CB1B3B4B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37.png"/><Relationship Id="rId21" Type="http://schemas.openxmlformats.org/officeDocument/2006/relationships/image" Target="../media/image28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7" Type="http://schemas.openxmlformats.org/officeDocument/2006/relationships/image" Target="../media/image21.png"/><Relationship Id="rId2" Type="http://schemas.microsoft.com/office/2018/10/relationships/comments" Target="../comments/modernComment_114_46BC5089.xml"/><Relationship Id="rId16" Type="http://schemas.openxmlformats.org/officeDocument/2006/relationships/customXml" Target="../ink/ink7.xml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23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36.png"/><Relationship Id="rId40" Type="http://schemas.openxmlformats.org/officeDocument/2006/relationships/customXml" Target="../ink/ink19.xml"/><Relationship Id="rId45" Type="http://schemas.openxmlformats.org/officeDocument/2006/relationships/image" Target="../media/image40.png"/><Relationship Id="rId5" Type="http://schemas.openxmlformats.org/officeDocument/2006/relationships/image" Target="../media/image20.png"/><Relationship Id="rId15" Type="http://schemas.openxmlformats.org/officeDocument/2006/relationships/image" Target="../media/image25.png"/><Relationship Id="rId23" Type="http://schemas.openxmlformats.org/officeDocument/2006/relationships/image" Target="../media/image29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27.png"/><Relationship Id="rId31" Type="http://schemas.openxmlformats.org/officeDocument/2006/relationships/image" Target="../media/image33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22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31.png"/><Relationship Id="rId30" Type="http://schemas.openxmlformats.org/officeDocument/2006/relationships/customXml" Target="../ink/ink14.xml"/><Relationship Id="rId35" Type="http://schemas.openxmlformats.org/officeDocument/2006/relationships/image" Target="../media/image35.png"/><Relationship Id="rId43" Type="http://schemas.openxmlformats.org/officeDocument/2006/relationships/image" Target="../media/image39.png"/><Relationship Id="rId8" Type="http://schemas.openxmlformats.org/officeDocument/2006/relationships/customXml" Target="../ink/ink3.xml"/><Relationship Id="rId3" Type="http://schemas.openxmlformats.org/officeDocument/2006/relationships/image" Target="../media/image19.png"/><Relationship Id="rId12" Type="http://schemas.openxmlformats.org/officeDocument/2006/relationships/customXml" Target="../ink/ink5.xml"/><Relationship Id="rId17" Type="http://schemas.openxmlformats.org/officeDocument/2006/relationships/image" Target="../media/image26.png"/><Relationship Id="rId25" Type="http://schemas.openxmlformats.org/officeDocument/2006/relationships/image" Target="../media/image30.png"/><Relationship Id="rId33" Type="http://schemas.openxmlformats.org/officeDocument/2006/relationships/image" Target="../media/image34.png"/><Relationship Id="rId38" Type="http://schemas.openxmlformats.org/officeDocument/2006/relationships/customXml" Target="../ink/ink18.xml"/><Relationship Id="rId20" Type="http://schemas.openxmlformats.org/officeDocument/2006/relationships/customXml" Target="../ink/ink9.xml"/><Relationship Id="rId41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microsoft.com/office/2018/10/relationships/comments" Target="../comments/modernComment_11D_CB89A77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microsoft.com/office/2018/10/relationships/comments" Target="../comments/modernComment_119_44D47CA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microsoft.com/office/2018/10/relationships/comments" Target="../comments/modernComment_117_8C00F3DB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microsoft.com/office/2018/10/relationships/comments" Target="../comments/modernComment_118_81C0B0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microsoft.com/office/2018/10/relationships/comments" Target="../comments/modernComment_115_D09A492E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duke.edu/~rnau/rsquared.htm" TargetMode="External"/><Relationship Id="rId2" Type="http://schemas.openxmlformats.org/officeDocument/2006/relationships/hyperlink" Target="https://www.redfin.com/news/data-cent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ps.bea.gov/itable/?ReqID=70&amp;step=1&amp;_gl=1*5yu39s*_ga*MjA4NTkzNzk0OC4xNzYyNDY0ODcz*_ga_J4698JNNFT*czE3NjUxNDQ1MDMkbzYkZzAkdDE3NjUxNDQ1MDMkajYwJGwwJGgw#eyJhcHBpZCI6NzAsInN0ZXBzIjpbMSwyOSwyNSwzMSwyNiwyNywzMF0sImRhdGEiOltbIlRhYmxlSWQiLCI1MzMiXSxbIk1ham9yX0FyZWEiLCI1Il0sWyJTdGF0ZSIsWyI1Il1dLFsiQXJlYSIsWyIxMDE4MCJdXSxbIlN0YXRpc3RpYyIsWyItMSJdXSxbIlVuaXRfb2ZfbWVhc3VyZSIsIkxldmVscyJdLFsiWWVhciIsWyItMSJdXSxbIlllYXJCZWdpbiIsIi0xIl0sWyJZZWFyX0VuZCIsIi0xIl1dfQ==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D868CC-8465-5516-7EA4-4DD36A459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Where are Houses Most Affordable?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7DD76-9038-4678-5651-AB5BD8E42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By: Bestor McFadden, Cameron Webb, Collin Tice, Ethan Tice, and Jonathan Folger</a:t>
            </a:r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1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60B7F5-BF46-B692-28ED-E388989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Why Is This Important to Know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41275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E5B83-565B-FB19-A15C-2F8CBD3E4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Younger Americans are feeling the difficulty in owning a house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Average age of first-time buyer is 38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Wealth gap contributes</a:t>
            </a:r>
          </a:p>
          <a:p>
            <a:r>
              <a:rPr lang="en-US" sz="2200"/>
              <a:t>Owning a house is one of the biggest ways to have generational wealth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Equity Growth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Security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Transferable Asset</a:t>
            </a:r>
          </a:p>
          <a:p>
            <a:r>
              <a:rPr lang="en-US" sz="2200"/>
              <a:t>Salaries have not been able to keep up with this increase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This will be demonstrated later</a:t>
            </a:r>
          </a:p>
        </p:txBody>
      </p:sp>
    </p:spTree>
    <p:extLst>
      <p:ext uri="{BB962C8B-B14F-4D97-AF65-F5344CB8AC3E}">
        <p14:creationId xmlns:p14="http://schemas.microsoft.com/office/powerpoint/2010/main" val="2378464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7EAD6-8100-7F4A-5750-AE73CBEEA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Sources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1ECB1F-6B54-0270-18BE-92F37DC82E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956587"/>
              </p:ext>
            </p:extLst>
          </p:nvPr>
        </p:nvGraphicFramePr>
        <p:xfrm>
          <a:off x="470043" y="185131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647309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0A6FD-9B4F-A93D-391E-4D27F0031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Combined City Trends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4A1D7C36-ACF5-A746-BBF3-DE0C347D9B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84450" y="2193801"/>
            <a:ext cx="6820052" cy="425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1201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E74825-0975-62BA-DE3E-E24B9329D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Median Housing Prices Data Prep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4D91B-6CED-E7BB-2D50-3D91AF3B3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Downloaded the data from </a:t>
            </a:r>
            <a:r>
              <a:rPr lang="en-US" sz="2200" err="1"/>
              <a:t>RedFin</a:t>
            </a:r>
            <a:r>
              <a:rPr lang="en-US" sz="2200"/>
              <a:t> housing for the years 2012-2023</a:t>
            </a:r>
          </a:p>
          <a:p>
            <a:r>
              <a:rPr lang="en-US" sz="2200"/>
              <a:t>Imported the excel into python to clean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/>
              <a:t>Getting the right columns (Region, Year, Median Sale Price)</a:t>
            </a:r>
          </a:p>
          <a:p>
            <a:r>
              <a:rPr lang="en-US" sz="2200"/>
              <a:t>Made sure the data was the right type of data </a:t>
            </a:r>
          </a:p>
          <a:p>
            <a:r>
              <a:rPr lang="en-US" sz="2200"/>
              <a:t>Took the median of the housing prices and grouped them into the same year and region</a:t>
            </a:r>
          </a:p>
          <a:p>
            <a:r>
              <a:rPr lang="en-US" sz="2200"/>
              <a:t>Standardized the 'Region' column </a:t>
            </a:r>
          </a:p>
          <a:p>
            <a:r>
              <a:rPr lang="en-US" sz="2200"/>
              <a:t>Graphed the results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endParaRPr lang="en-US" sz="1800"/>
          </a:p>
          <a:p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9287944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E80EA-CBF0-CE0E-8E0A-FCDC08E41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History of Housing Prices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0" name="Content Placeholder 8">
            <a:extLst>
              <a:ext uri="{FF2B5EF4-FFF2-40B4-BE49-F238E27FC236}">
                <a16:creationId xmlns:a16="http://schemas.microsoft.com/office/drawing/2014/main" id="{61A3D59D-3FF8-C309-66B0-5B7D41146E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0441119"/>
              </p:ext>
            </p:extLst>
          </p:nvPr>
        </p:nvGraphicFramePr>
        <p:xfrm>
          <a:off x="109475" y="2588040"/>
          <a:ext cx="4818888" cy="3547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C833BFDA-59AB-0888-8DE0-6AC4A1C2D5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9193" y="638175"/>
            <a:ext cx="7281230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8683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DC8E9-C2A7-DE2E-4E42-1E662ACDA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Median Household Income Data Prep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E6C31-39BE-8C42-BAF9-0B9A2B7BF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2200"/>
              <a:t>Pulled data from US Census Bureau into excel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/>
              <a:t>Combined data</a:t>
            </a:r>
          </a:p>
          <a:p>
            <a:r>
              <a:rPr lang="en-US" sz="2200"/>
              <a:t>*Data issues and solution</a:t>
            </a:r>
          </a:p>
          <a:p>
            <a:r>
              <a:rPr lang="en-US" sz="2200"/>
              <a:t>Formatted the data so it could be easily worked with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/>
              <a:t>“Melted”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/>
              <a:t>Formatting</a:t>
            </a:r>
          </a:p>
          <a:p>
            <a:r>
              <a:rPr lang="en-US" sz="2200"/>
              <a:t>Used a line plot to analyze trends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794752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266BA-DC0F-8C1E-ED7E-D722A2365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81" y="627790"/>
            <a:ext cx="4818888" cy="148132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History of </a:t>
            </a:r>
            <a:r>
              <a:rPr lang="en-US" sz="5000"/>
              <a:t>Household Income</a:t>
            </a:r>
            <a:endParaRPr lang="en-US" sz="5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8">
            <a:extLst>
              <a:ext uri="{FF2B5EF4-FFF2-40B4-BE49-F238E27FC236}">
                <a16:creationId xmlns:a16="http://schemas.microsoft.com/office/drawing/2014/main" id="{4D96FC61-A912-D4EB-4FBE-F3070212BA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415457"/>
              </p:ext>
            </p:extLst>
          </p:nvPr>
        </p:nvGraphicFramePr>
        <p:xfrm>
          <a:off x="254034" y="2643347"/>
          <a:ext cx="4536210" cy="3547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7" name="Picture 1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A25079C-0E59-F8DC-5E27-5812A15C35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405" y="514350"/>
            <a:ext cx="7276914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552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F00685-4940-C699-1AA1-DDDC5D02F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CPI Data Prep</a:t>
            </a:r>
          </a:p>
        </p:txBody>
      </p:sp>
      <p:sp>
        <p:nvSpPr>
          <p:cNvPr id="4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2C0C86F-0968-821A-CAAC-50BE270FC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Imported and cleaned up the excel files</a:t>
            </a:r>
            <a:endParaRPr lang="en-US"/>
          </a:p>
          <a:p>
            <a:r>
              <a:rPr lang="en-US" sz="2200"/>
              <a:t>Filled missing values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/>
              <a:t>Riverside, Baltimore, and Washington DC</a:t>
            </a:r>
          </a:p>
          <a:p>
            <a:r>
              <a:rPr lang="en-US" sz="2200"/>
              <a:t>Created one master data frame</a:t>
            </a:r>
          </a:p>
          <a:p>
            <a:r>
              <a:rPr lang="en-US" sz="2200"/>
              <a:t>Melted the data</a:t>
            </a:r>
          </a:p>
          <a:p>
            <a:r>
              <a:rPr lang="en-US" sz="2200"/>
              <a:t>Graphed out the results</a:t>
            </a:r>
          </a:p>
        </p:txBody>
      </p:sp>
    </p:spTree>
    <p:extLst>
      <p:ext uri="{BB962C8B-B14F-4D97-AF65-F5344CB8AC3E}">
        <p14:creationId xmlns:p14="http://schemas.microsoft.com/office/powerpoint/2010/main" val="28176640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BDD0D-C06F-4099-14F0-C7222BB1C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177A4E0-FBE8-7877-B452-574A4F786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734807-CF17-3484-6225-A6E3BFFC2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latin typeface="+mj-lt"/>
                <a:ea typeface="+mj-ea"/>
                <a:cs typeface="+mj-cs"/>
              </a:rPr>
              <a:t>History of </a:t>
            </a:r>
            <a:r>
              <a:rPr lang="en-US" sz="5000"/>
              <a:t>CPI</a:t>
            </a:r>
            <a:endParaRPr lang="en-US" sz="5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71DB0097-C627-6CCD-656E-BA4DE9AE7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8">
            <a:extLst>
              <a:ext uri="{FF2B5EF4-FFF2-40B4-BE49-F238E27FC236}">
                <a16:creationId xmlns:a16="http://schemas.microsoft.com/office/drawing/2014/main" id="{6008CEBF-5CC7-95C3-F6E3-C188ECDC02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4482306"/>
              </p:ext>
            </p:extLst>
          </p:nvPr>
        </p:nvGraphicFramePr>
        <p:xfrm>
          <a:off x="136690" y="2643347"/>
          <a:ext cx="4818888" cy="3547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7" name="Picture 1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00D4186-8048-369B-7DD5-A32EA8441A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4272" y="590550"/>
            <a:ext cx="7157405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3331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8618A5-B938-E8A7-306C-6DAA6E08F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en-US" sz="5400"/>
              <a:t>GDP Data Prep</a:t>
            </a:r>
          </a:p>
        </p:txBody>
      </p:sp>
      <p:sp>
        <p:nvSpPr>
          <p:cNvPr id="40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349CA-6ED6-C558-C726-D668BFA77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Raw data from BEA included top 20 Metropolitan Statistical Areas in the United States (2012-2023)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Variables: Current GDP, chain index, and Real GDP </a:t>
            </a:r>
          </a:p>
          <a:p>
            <a:r>
              <a:rPr lang="en-US" sz="2200"/>
              <a:t>Data cleansing in excel - removing headers/notes, removed the chain index variable</a:t>
            </a:r>
          </a:p>
          <a:p>
            <a:r>
              <a:rPr lang="en-US" sz="2200"/>
              <a:t>Python - reshape and reformat the data</a:t>
            </a:r>
          </a:p>
          <a:p>
            <a:r>
              <a:rPr lang="en-US" sz="2200"/>
              <a:t>MSA names were standardized</a:t>
            </a:r>
          </a:p>
        </p:txBody>
      </p:sp>
      <p:pic>
        <p:nvPicPr>
          <p:cNvPr id="4" name="Picture 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162E1F29-9164-91D4-91BD-54FB7BD1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69" r="18726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592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D3DE5-9F4E-80F0-B43C-CBACCBD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/>
              <a:t>Trends of Current GDP</a:t>
            </a:r>
            <a:endParaRPr lang="en-US" sz="5400" kern="1200">
              <a:latin typeface="+mj-lt"/>
              <a:ea typeface="+mj-ea"/>
              <a:cs typeface="+mj-cs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Content Placeholder 8">
            <a:extLst>
              <a:ext uri="{FF2B5EF4-FFF2-40B4-BE49-F238E27FC236}">
                <a16:creationId xmlns:a16="http://schemas.microsoft.com/office/drawing/2014/main" id="{785CB92B-2CF5-E38B-EC10-FABC4F64C3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6949660"/>
              </p:ext>
            </p:extLst>
          </p:nvPr>
        </p:nvGraphicFramePr>
        <p:xfrm>
          <a:off x="507854" y="2953989"/>
          <a:ext cx="3765536" cy="2438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5DA1B785-3E1F-06C9-8AEC-8239D8EF15CC}"/>
              </a:ext>
            </a:extLst>
          </p:cNvPr>
          <p:cNvSpPr txBox="1"/>
          <p:nvPr/>
        </p:nvSpPr>
        <p:spPr>
          <a:xfrm>
            <a:off x="910880" y="2953461"/>
            <a:ext cx="29534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Quick Observations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D93B4B7-D266-C362-07AF-1F32E75244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7129" y="476250"/>
            <a:ext cx="7435416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5299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63555-36B5-5585-36E0-006EC374B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Income Taxes Data Prep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ADADF-9A45-44C3-99E8-69675EDBD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Raw data from Tax Foundation included state income tax rates from 2012-2023.</a:t>
            </a:r>
          </a:p>
          <a:p>
            <a:r>
              <a:rPr lang="en-US" sz="2200"/>
              <a:t>For each city: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Year variables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Corresponding state income tax rate (assuming $70,000 income)</a:t>
            </a:r>
          </a:p>
          <a:p>
            <a:r>
              <a:rPr lang="en-US" sz="2200"/>
              <a:t>Sorted cities from A to Z, then year ascending.</a:t>
            </a:r>
          </a:p>
          <a:p>
            <a:pPr marL="457200" lvl="1" indent="0">
              <a:buNone/>
            </a:pPr>
            <a:endParaRPr lang="en-US" sz="2200"/>
          </a:p>
          <a:p>
            <a:pPr marL="457200" lvl="1" indent="0">
              <a:buNone/>
            </a:pP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endParaRPr lang="en-US" sz="18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42879496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3BB9C7-A523-3B18-D0A6-71DB9BCF6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Potential Issues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A3398-5533-0D28-8502-D3CBF1E40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 sz="2200"/>
          </a:p>
          <a:p>
            <a:r>
              <a:rPr lang="en-US" sz="2200"/>
              <a:t>Differing Metropolitan Statistical Areas</a:t>
            </a:r>
          </a:p>
          <a:p>
            <a:r>
              <a:rPr lang="en-US" sz="2200"/>
              <a:t>Data lag</a:t>
            </a:r>
          </a:p>
          <a:p>
            <a:r>
              <a:rPr lang="en-US" sz="2200"/>
              <a:t>Data overload</a:t>
            </a:r>
          </a:p>
          <a:p>
            <a:r>
              <a:rPr lang="en-US" sz="2200"/>
              <a:t>Confounding Variables</a:t>
            </a:r>
          </a:p>
          <a:p>
            <a:endParaRPr lang="en-US" sz="2200"/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4075594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A8223-36AE-859D-ABCC-BF1B81073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/>
              <a:t>Regression on all our data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1B1FF-3916-64AD-22E7-7D664B320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Combined the data into one table</a:t>
            </a:r>
          </a:p>
          <a:p>
            <a:r>
              <a:rPr lang="en-US" sz="2200"/>
              <a:t>Ran a regression to find how well these collected variables describe the housing price</a:t>
            </a:r>
          </a:p>
          <a:p>
            <a:r>
              <a:rPr lang="en-US" sz="2200"/>
              <a:t>What is R squared and what does it mean</a:t>
            </a:r>
          </a:p>
          <a:p>
            <a:endParaRPr lang="en-US" sz="2200"/>
          </a:p>
        </p:txBody>
      </p:sp>
      <p:pic>
        <p:nvPicPr>
          <p:cNvPr id="5" name="Picture 4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AF02AD3B-7734-ABBE-9886-3E4CC9799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871" y="1837378"/>
            <a:ext cx="7436939" cy="36882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251A260-4908-905E-0578-9B70FC9AB0BA}"/>
                  </a:ext>
                </a:extLst>
              </p14:cNvPr>
              <p14:cNvContentPartPr/>
              <p14:nvPr/>
            </p14:nvContentPartPr>
            <p14:xfrm>
              <a:off x="11301039" y="4725716"/>
              <a:ext cx="580976" cy="310185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251A260-4908-905E-0578-9B70FC9AB0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83052" y="4707724"/>
                <a:ext cx="616590" cy="3458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C08FCED-0925-9AF8-D714-862B1B4AA3EC}"/>
                  </a:ext>
                </a:extLst>
              </p14:cNvPr>
              <p14:cNvContentPartPr/>
              <p14:nvPr/>
            </p14:nvContentPartPr>
            <p14:xfrm>
              <a:off x="6163056" y="2700111"/>
              <a:ext cx="637254" cy="49571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C08FCED-0925-9AF8-D714-862B1B4AA3E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09082" y="2592348"/>
                <a:ext cx="744842" cy="2647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216D6EC-4C92-956E-56D1-E5B12F46EC05}"/>
                  </a:ext>
                </a:extLst>
              </p14:cNvPr>
              <p14:cNvContentPartPr/>
              <p14:nvPr/>
            </p14:nvContentPartPr>
            <p14:xfrm>
              <a:off x="7315200" y="3261359"/>
              <a:ext cx="594286" cy="67397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216D6EC-4C92-956E-56D1-E5B12F46EC0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61239" y="3153811"/>
                <a:ext cx="701847" cy="2821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002B13B-DB43-21E1-12E7-DBFA74426D4F}"/>
                  </a:ext>
                </a:extLst>
              </p14:cNvPr>
              <p14:cNvContentPartPr/>
              <p14:nvPr/>
            </p14:nvContentPartPr>
            <p14:xfrm>
              <a:off x="8388096" y="3815302"/>
              <a:ext cx="885914" cy="19081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002B13B-DB43-21E1-12E7-DBFA74426D4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34099" y="3709296"/>
                <a:ext cx="993548" cy="230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3EA28C5-4D96-ACE4-CD97-2B664DABA06E}"/>
                  </a:ext>
                </a:extLst>
              </p14:cNvPr>
              <p14:cNvContentPartPr/>
              <p14:nvPr/>
            </p14:nvContentPartPr>
            <p14:xfrm>
              <a:off x="9479280" y="4317095"/>
              <a:ext cx="645762" cy="29352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3EA28C5-4D96-ACE4-CD97-2B664DABA06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25287" y="4209710"/>
                <a:ext cx="753389" cy="243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C1D1342-FF97-5FB1-5AFD-0EEBB2520B55}"/>
                  </a:ext>
                </a:extLst>
              </p14:cNvPr>
              <p14:cNvContentPartPr/>
              <p14:nvPr/>
            </p14:nvContentPartPr>
            <p14:xfrm>
              <a:off x="10655807" y="2718219"/>
              <a:ext cx="687015" cy="37172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C1D1342-FF97-5FB1-5AFD-0EEBB2520B5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601825" y="2610992"/>
                <a:ext cx="794620" cy="2512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50B8D43-6FFE-90A3-2018-35064BB6C9FF}"/>
                  </a:ext>
                </a:extLst>
              </p14:cNvPr>
              <p14:cNvContentPartPr/>
              <p14:nvPr/>
            </p14:nvContentPartPr>
            <p14:xfrm>
              <a:off x="11362944" y="3286745"/>
              <a:ext cx="423172" cy="12192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50B8D43-6FFE-90A3-2018-35064BB6C9F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309014" y="3172445"/>
                <a:ext cx="530673" cy="2404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F8C6ED0-357A-0CAF-3B31-E11CC0215985}"/>
                  </a:ext>
                </a:extLst>
              </p14:cNvPr>
              <p14:cNvContentPartPr/>
              <p14:nvPr/>
            </p14:nvContentPartPr>
            <p14:xfrm>
              <a:off x="10600943" y="3797808"/>
              <a:ext cx="855387" cy="12616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F8C6ED0-357A-0CAF-3B31-E11CC021598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546964" y="3692675"/>
                <a:ext cx="962985" cy="2225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869B55E-EA7C-F0A5-438A-76EDCB6B1503}"/>
                  </a:ext>
                </a:extLst>
              </p14:cNvPr>
              <p14:cNvContentPartPr/>
              <p14:nvPr/>
            </p14:nvContentPartPr>
            <p14:xfrm>
              <a:off x="10631423" y="4333990"/>
              <a:ext cx="739607" cy="12192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869B55E-EA7C-F0A5-438A-76EDCB6B150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577437" y="4141485"/>
                <a:ext cx="847219" cy="3965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F9BEE9A-3C48-F1F6-DC88-B1F06507E5A0}"/>
                  </a:ext>
                </a:extLst>
              </p14:cNvPr>
              <p14:cNvContentPartPr/>
              <p14:nvPr/>
            </p14:nvContentPartPr>
            <p14:xfrm>
              <a:off x="11344655" y="3132925"/>
              <a:ext cx="479751" cy="18706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F9BEE9A-3C48-F1F6-DC88-B1F06507E5A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326660" y="3115278"/>
                <a:ext cx="515381" cy="536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9E5803C-6FBD-1D97-AE41-FA4A63F4ADB2}"/>
                  </a:ext>
                </a:extLst>
              </p14:cNvPr>
              <p14:cNvContentPartPr/>
              <p14:nvPr/>
            </p14:nvContentPartPr>
            <p14:xfrm>
              <a:off x="11411712" y="3693910"/>
              <a:ext cx="426296" cy="12192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9E5803C-6FBD-1D97-AE41-FA4A63F4ADB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393725" y="3661826"/>
                <a:ext cx="461911" cy="757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1954542-1261-15A4-CCEA-129E6D63EF7C}"/>
                  </a:ext>
                </a:extLst>
              </p14:cNvPr>
              <p14:cNvContentPartPr/>
              <p14:nvPr/>
            </p14:nvContentPartPr>
            <p14:xfrm>
              <a:off x="11265407" y="4212336"/>
              <a:ext cx="577287" cy="12192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1954542-1261-15A4-CCEA-129E6D63EF7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247412" y="3602736"/>
                <a:ext cx="612918" cy="121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0B6467B-4755-DAF9-0CA9-62A4852E453C}"/>
                  </a:ext>
                </a:extLst>
              </p14:cNvPr>
              <p14:cNvContentPartPr/>
              <p14:nvPr/>
            </p14:nvContentPartPr>
            <p14:xfrm>
              <a:off x="11113007" y="2621279"/>
              <a:ext cx="733467" cy="18553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0B6467B-4755-DAF9-0CA9-62A4852E453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095012" y="2603440"/>
                <a:ext cx="769097" cy="53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8380B59-89DA-3DBB-D4FA-9C4F95A56B82}"/>
                  </a:ext>
                </a:extLst>
              </p14:cNvPr>
              <p14:cNvContentPartPr/>
              <p14:nvPr/>
            </p14:nvContentPartPr>
            <p14:xfrm>
              <a:off x="6821423" y="3163824"/>
              <a:ext cx="420195" cy="12192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8380B59-89DA-3DBB-D4FA-9C4F95A56B8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803435" y="3131740"/>
                <a:ext cx="455811" cy="757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F802897-F9ED-5D9C-C3AF-706C345EB26A}"/>
                  </a:ext>
                </a:extLst>
              </p14:cNvPr>
              <p14:cNvContentPartPr/>
              <p14:nvPr/>
            </p14:nvContentPartPr>
            <p14:xfrm>
              <a:off x="7876031" y="3669792"/>
              <a:ext cx="426305" cy="18994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F802897-F9ED-5D9C-C3AF-706C345EB26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858043" y="3652205"/>
                <a:ext cx="461920" cy="538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30B1220-D5A6-1B76-C8CA-165833E2D9E5}"/>
                  </a:ext>
                </a:extLst>
              </p14:cNvPr>
              <p14:cNvContentPartPr/>
              <p14:nvPr/>
            </p14:nvContentPartPr>
            <p14:xfrm>
              <a:off x="8839199" y="4200144"/>
              <a:ext cx="621373" cy="12192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30B1220-D5A6-1B76-C8CA-165833E2D9E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821209" y="4180479"/>
                <a:ext cx="656993" cy="511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971C952-D0EB-BB10-A877-BC3D14E669E9}"/>
                  </a:ext>
                </a:extLst>
              </p14:cNvPr>
              <p14:cNvContentPartPr/>
              <p14:nvPr/>
            </p14:nvContentPartPr>
            <p14:xfrm>
              <a:off x="10107168" y="4736061"/>
              <a:ext cx="468978" cy="12978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971C952-D0EB-BB10-A877-BC3D14E669E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089186" y="4718523"/>
                <a:ext cx="504583" cy="477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8C92075-8964-36D4-9F4B-1A46357FD985}"/>
                  </a:ext>
                </a:extLst>
              </p14:cNvPr>
              <p14:cNvContentPartPr/>
              <p14:nvPr/>
            </p14:nvContentPartPr>
            <p14:xfrm>
              <a:off x="6486143" y="2596471"/>
              <a:ext cx="745587" cy="25188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8C92075-8964-36D4-9F4B-1A46357FD98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468151" y="2578733"/>
                <a:ext cx="781211" cy="603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6ECBD73-4D49-F59A-9E57-94C5C7A63130}"/>
                  </a:ext>
                </a:extLst>
              </p14:cNvPr>
              <p14:cNvContentPartPr/>
              <p14:nvPr/>
            </p14:nvContentPartPr>
            <p14:xfrm>
              <a:off x="7729727" y="2602624"/>
              <a:ext cx="589929" cy="30847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6ECBD73-4D49-F59A-9E57-94C5C7A6313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11730" y="2584896"/>
                <a:ext cx="625562" cy="659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25E28FD-E2AE-679E-E13A-B1A8AC0DE21F}"/>
                  </a:ext>
                </a:extLst>
              </p14:cNvPr>
              <p14:cNvContentPartPr/>
              <p14:nvPr/>
            </p14:nvContentPartPr>
            <p14:xfrm>
              <a:off x="8723376" y="2633211"/>
              <a:ext cx="723592" cy="12983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25E28FD-E2AE-679E-E13A-B1A8AC0DE21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705385" y="2616128"/>
                <a:ext cx="759214" cy="468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C4FF574-5B33-01E5-269E-5EC3C372D9AC}"/>
                  </a:ext>
                </a:extLst>
              </p14:cNvPr>
              <p14:cNvContentPartPr/>
              <p14:nvPr/>
            </p14:nvContentPartPr>
            <p14:xfrm>
              <a:off x="9826752" y="2627376"/>
              <a:ext cx="742964" cy="12192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C4FF574-5B33-01E5-269E-5EC3C372D9A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808754" y="2017776"/>
                <a:ext cx="778600" cy="121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67465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98A51-6EB8-DE34-2B5D-BBB294432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E596A-76B2-7884-2BDE-19CCB0C2E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/>
              <a:t>Overvalued vs Undervalued</a:t>
            </a:r>
            <a:endParaRPr lang="en-US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3E5902B2-BA26-92CF-5798-183DA0E1C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40DEB-0C74-AC60-D3D7-2EB1FA558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Average Actual Price – Predicted = Overvalued (Undervalued)</a:t>
            </a:r>
          </a:p>
          <a:p>
            <a:r>
              <a:rPr lang="en-US" sz="2200"/>
              <a:t>Coastal, warmer climates mostly overvalued</a:t>
            </a:r>
          </a:p>
          <a:p>
            <a:r>
              <a:rPr lang="en-US" sz="2200"/>
              <a:t>Undervalued regions colder climates, relatively high crime rates</a:t>
            </a:r>
          </a:p>
          <a:p>
            <a:endParaRPr lang="en-US" sz="2200"/>
          </a:p>
        </p:txBody>
      </p:sp>
      <p:pic>
        <p:nvPicPr>
          <p:cNvPr id="6" name="Picture 5" descr="A screenshot of a table&#10;&#10;AI-generated content may be incorrect.">
            <a:extLst>
              <a:ext uri="{FF2B5EF4-FFF2-40B4-BE49-F238E27FC236}">
                <a16:creationId xmlns:a16="http://schemas.microsoft.com/office/drawing/2014/main" id="{208A72B7-D049-0F82-DA83-FD5900637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686" y="327580"/>
            <a:ext cx="5563455" cy="613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961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26AAFC-D92A-E7A4-E978-A59908AD9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Fairly Valued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showing the difference between a price and a price&#10;&#10;AI-generated content may be incorrect.">
            <a:extLst>
              <a:ext uri="{FF2B5EF4-FFF2-40B4-BE49-F238E27FC236}">
                <a16:creationId xmlns:a16="http://schemas.microsoft.com/office/drawing/2014/main" id="{AB29F6C7-1BA8-DF0E-4182-8C60E7C086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4496" y="2768201"/>
            <a:ext cx="5614416" cy="33546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1844CB-04D1-5428-0D7F-8913C66B8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39" y="2768201"/>
            <a:ext cx="5659057" cy="33546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A061AE-D52F-F733-59E3-687292680E7D}"/>
              </a:ext>
            </a:extLst>
          </p:cNvPr>
          <p:cNvSpPr txBox="1"/>
          <p:nvPr/>
        </p:nvSpPr>
        <p:spPr>
          <a:xfrm>
            <a:off x="2906807" y="2112341"/>
            <a:ext cx="103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Houston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112426-F0AA-B83B-5260-6D6748471210}"/>
              </a:ext>
            </a:extLst>
          </p:cNvPr>
          <p:cNvSpPr txBox="1"/>
          <p:nvPr/>
        </p:nvSpPr>
        <p:spPr>
          <a:xfrm>
            <a:off x="8379991" y="2112341"/>
            <a:ext cx="136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Los Angeles</a:t>
            </a:r>
          </a:p>
        </p:txBody>
      </p:sp>
    </p:spTree>
    <p:extLst>
      <p:ext uri="{BB962C8B-B14F-4D97-AF65-F5344CB8AC3E}">
        <p14:creationId xmlns:p14="http://schemas.microsoft.com/office/powerpoint/2010/main" val="11547762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37AF63-5EE8-AC0E-32DE-689F8CCD0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Overvalued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7EEBC-41DE-CDFD-0451-08E82C23A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68201"/>
            <a:ext cx="5614416" cy="3354613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BCC13EA-462B-6EEB-9FCB-30AFB2EDBE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254496" y="2782237"/>
            <a:ext cx="5614416" cy="33265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2E84D0-E055-8CEA-C844-CD2FA467F247}"/>
              </a:ext>
            </a:extLst>
          </p:cNvPr>
          <p:cNvSpPr txBox="1"/>
          <p:nvPr/>
        </p:nvSpPr>
        <p:spPr>
          <a:xfrm>
            <a:off x="2320914" y="2112341"/>
            <a:ext cx="1602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San Francisco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0BCD55-AA64-1E6D-C696-036656570A6F}"/>
              </a:ext>
            </a:extLst>
          </p:cNvPr>
          <p:cNvSpPr txBox="1"/>
          <p:nvPr/>
        </p:nvSpPr>
        <p:spPr>
          <a:xfrm>
            <a:off x="8619189" y="2112341"/>
            <a:ext cx="88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Seattle</a:t>
            </a:r>
          </a:p>
        </p:txBody>
      </p:sp>
    </p:spTree>
    <p:extLst>
      <p:ext uri="{BB962C8B-B14F-4D97-AF65-F5344CB8AC3E}">
        <p14:creationId xmlns:p14="http://schemas.microsoft.com/office/powerpoint/2010/main" val="234887266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C61BEA-55E0-13B4-4FDB-2DF28CDA4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Undervalued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showing the difference between a line and a graph&#10;&#10;AI-generated content may be incorrect.">
            <a:extLst>
              <a:ext uri="{FF2B5EF4-FFF2-40B4-BE49-F238E27FC236}">
                <a16:creationId xmlns:a16="http://schemas.microsoft.com/office/drawing/2014/main" id="{3FDEB3A2-FE78-D54F-A2E9-5F50A0231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68201"/>
            <a:ext cx="5614416" cy="3354613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D63C5C0-208B-C643-72A0-E49FD99C0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254496" y="2782237"/>
            <a:ext cx="5614416" cy="33265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B0A699-583A-51EB-A3B6-37A71147F6B7}"/>
              </a:ext>
            </a:extLst>
          </p:cNvPr>
          <p:cNvSpPr txBox="1"/>
          <p:nvPr/>
        </p:nvSpPr>
        <p:spPr>
          <a:xfrm>
            <a:off x="2597450" y="2112341"/>
            <a:ext cx="1059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St. Louis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3124BB-9DFF-A9BA-DF59-7B30B4333D01}"/>
              </a:ext>
            </a:extLst>
          </p:cNvPr>
          <p:cNvSpPr txBox="1"/>
          <p:nvPr/>
        </p:nvSpPr>
        <p:spPr>
          <a:xfrm>
            <a:off x="8362880" y="2112341"/>
            <a:ext cx="139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Minneapolis</a:t>
            </a:r>
          </a:p>
        </p:txBody>
      </p:sp>
    </p:spTree>
    <p:extLst>
      <p:ext uri="{BB962C8B-B14F-4D97-AF65-F5344CB8AC3E}">
        <p14:creationId xmlns:p14="http://schemas.microsoft.com/office/powerpoint/2010/main" val="21768889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FF43B-8C77-ACFA-3905-922D7A2A8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b">
            <a:normAutofit/>
          </a:bodyPr>
          <a:lstStyle/>
          <a:p>
            <a:r>
              <a:rPr lang="en-US" sz="5400"/>
              <a:t>Recommendations</a:t>
            </a:r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7D94F2-B4A8-28E6-5B6A-4EC355044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04819"/>
            <a:ext cx="6986016" cy="36721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West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/>
              <a:t>San Diego</a:t>
            </a:r>
          </a:p>
          <a:p>
            <a:r>
              <a:rPr lang="en-US" sz="2200"/>
              <a:t>Northeast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/>
              <a:t>Boston</a:t>
            </a:r>
          </a:p>
          <a:p>
            <a:r>
              <a:rPr lang="en-US" sz="2200"/>
              <a:t>South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/>
              <a:t>Atlanta</a:t>
            </a:r>
          </a:p>
          <a:p>
            <a:r>
              <a:rPr lang="en-US" sz="2200"/>
              <a:t>Honorable mention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/>
              <a:t>Chicago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endParaRPr lang="en-US" sz="2200"/>
          </a:p>
        </p:txBody>
      </p:sp>
      <p:pic>
        <p:nvPicPr>
          <p:cNvPr id="4" name="Picture 3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4069963B-16F7-17E1-023E-EB4DFC087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073" y="5662"/>
            <a:ext cx="4131255" cy="2278986"/>
          </a:xfrm>
          <a:prstGeom prst="rect">
            <a:avLst/>
          </a:prstGeom>
        </p:spPr>
      </p:pic>
      <p:pic>
        <p:nvPicPr>
          <p:cNvPr id="5" name="Picture 4" descr="A graph showing the difference between a price and a price&#10;&#10;AI-generated content may be incorrect.">
            <a:extLst>
              <a:ext uri="{FF2B5EF4-FFF2-40B4-BE49-F238E27FC236}">
                <a16:creationId xmlns:a16="http://schemas.microsoft.com/office/drawing/2014/main" id="{5A7984B7-41D6-C15F-A053-8A7427252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692" y="2255555"/>
            <a:ext cx="4136193" cy="2315668"/>
          </a:xfrm>
          <a:prstGeom prst="rect">
            <a:avLst/>
          </a:prstGeom>
        </p:spPr>
      </p:pic>
      <p:pic>
        <p:nvPicPr>
          <p:cNvPr id="6" name="Picture 5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9564007A-86F8-D9B5-1344-775E85CFB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936" y="4572782"/>
            <a:ext cx="4128126" cy="22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722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4D5EC6-8D18-178C-985D-6441019C6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25" name="Graphic 24" descr="Help">
            <a:extLst>
              <a:ext uri="{FF2B5EF4-FFF2-40B4-BE49-F238E27FC236}">
                <a16:creationId xmlns:a16="http://schemas.microsoft.com/office/drawing/2014/main" id="{5E713319-0906-55C5-8CC7-323CD4C86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5188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BEAE-723C-9B13-B246-4303923D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Works Cited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E550A-1936-B538-5D5F-E2DCD5ED1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sz="1600" i="1"/>
              <a:t>Bureau, US Census. “Income Data Tables.” </a:t>
            </a:r>
            <a:r>
              <a:rPr lang="en-US" sz="1600" i="1" err="1"/>
              <a:t>Census.Gov</a:t>
            </a:r>
            <a:r>
              <a:rPr lang="en-US" sz="1600" i="1"/>
              <a:t>, 23 June 2025, </a:t>
            </a:r>
            <a:r>
              <a:rPr lang="en-US" sz="1600" i="1" u="sng">
                <a:solidFill>
                  <a:schemeClr val="accent1"/>
                </a:solidFill>
              </a:rPr>
              <a:t>www.census.gov/topics/income-poverty/income/data/tables.html.</a:t>
            </a:r>
            <a:r>
              <a:rPr lang="en-US" sz="1600" i="1" u="sng"/>
              <a:t> </a:t>
            </a:r>
          </a:p>
          <a:p>
            <a:pPr marL="457200" indent="-457200"/>
            <a:r>
              <a:rPr lang="en-US" sz="1600" i="1"/>
              <a:t>Redfin. “Downloadable Housing Market Data.”</a:t>
            </a:r>
            <a:r>
              <a:rPr lang="en-US" sz="1600"/>
              <a:t> </a:t>
            </a:r>
            <a:r>
              <a:rPr lang="en-US" sz="1600" i="1"/>
              <a:t>Redfin News Data Center,</a:t>
            </a:r>
            <a:r>
              <a:rPr lang="en-US" sz="1600"/>
              <a:t> </a:t>
            </a:r>
            <a:r>
              <a:rPr lang="en-US" sz="1600">
                <a:hlinkClick r:id="rId2"/>
              </a:rPr>
              <a:t>https://www.redfin.com/news/data-center/</a:t>
            </a:r>
            <a:r>
              <a:rPr lang="en-US" sz="1600"/>
              <a:t>. </a:t>
            </a:r>
            <a:endParaRPr lang="en-US" sz="1600">
              <a:ea typeface="+mn-lt"/>
              <a:cs typeface="+mn-lt"/>
            </a:endParaRPr>
          </a:p>
          <a:p>
            <a:pPr marL="457200" indent="-457200"/>
            <a:r>
              <a:rPr lang="en-US" sz="1600" b="1">
                <a:ea typeface="+mn-lt"/>
                <a:cs typeface="+mn-lt"/>
              </a:rPr>
              <a:t>Nau, Robert. “What Does R-Squared Tell Us about the Fit of the Regression Model?”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i="1" err="1">
                <a:ea typeface="+mn-lt"/>
                <a:cs typeface="+mn-lt"/>
              </a:rPr>
              <a:t>RegressIt</a:t>
            </a:r>
            <a:r>
              <a:rPr lang="en-US" sz="1600" i="1">
                <a:ea typeface="+mn-lt"/>
                <a:cs typeface="+mn-lt"/>
              </a:rPr>
              <a:t>: Regression and Forecasting</a:t>
            </a:r>
            <a:r>
              <a:rPr lang="en-US" sz="1600">
                <a:ea typeface="+mn-lt"/>
                <a:cs typeface="+mn-lt"/>
              </a:rPr>
              <a:t>, Duke University, </a:t>
            </a:r>
            <a:r>
              <a:rPr lang="en-US" sz="1600">
                <a:ea typeface="+mn-lt"/>
                <a:cs typeface="+mn-lt"/>
                <a:hlinkClick r:id="rId3"/>
              </a:rPr>
              <a:t>https://people.duke.edu/~rnau/rsquared.htm</a:t>
            </a:r>
            <a:r>
              <a:rPr lang="en-US" sz="1600">
                <a:ea typeface="+mn-lt"/>
                <a:cs typeface="+mn-lt"/>
              </a:rPr>
              <a:t>. </a:t>
            </a:r>
            <a:endParaRPr lang="en-US" sz="1600"/>
          </a:p>
          <a:p>
            <a:pPr marL="457200" indent="-457200"/>
            <a:r>
              <a:rPr lang="en-US" sz="1600">
                <a:solidFill>
                  <a:srgbClr val="212529"/>
                </a:solidFill>
                <a:latin typeface="Aptos"/>
                <a:ea typeface="+mn-lt"/>
                <a:cs typeface="+mn-lt"/>
              </a:rPr>
              <a:t>U.S. Bureau of Economic Analysis, "</a:t>
            </a:r>
            <a:r>
              <a:rPr lang="en-US" sz="1600">
                <a:solidFill>
                  <a:srgbClr val="007BFF"/>
                </a:solidFill>
                <a:latin typeface="Aptos"/>
                <a:ea typeface="+mn-lt"/>
                <a:cs typeface="+mn-lt"/>
                <a:hlinkClick r:id="rId4"/>
              </a:rPr>
              <a:t>CAGDP1 County and MSA gross domestic product (GDP) summary</a:t>
            </a:r>
            <a:r>
              <a:rPr lang="en-US" sz="1600">
                <a:solidFill>
                  <a:srgbClr val="212529"/>
                </a:solidFill>
                <a:latin typeface="Aptos"/>
                <a:ea typeface="+mn-lt"/>
                <a:cs typeface="+mn-lt"/>
              </a:rPr>
              <a:t>" (accessed Sunday, December 7, 2025)</a:t>
            </a:r>
            <a:endParaRPr lang="en-US" sz="1600">
              <a:latin typeface="Aptos"/>
            </a:endParaRPr>
          </a:p>
          <a:p>
            <a:pPr marL="457200" indent="-457200"/>
            <a:r>
              <a:rPr lang="en-US" sz="1600">
                <a:solidFill>
                  <a:srgbClr val="212529"/>
                </a:solidFill>
                <a:ea typeface="+mn-lt"/>
                <a:cs typeface="+mn-lt"/>
              </a:rPr>
              <a:t>“State Individual Income Tax Rates and Brackets, 2025.” </a:t>
            </a:r>
            <a:r>
              <a:rPr lang="en-US" sz="1600" i="1">
                <a:solidFill>
                  <a:srgbClr val="212529"/>
                </a:solidFill>
                <a:ea typeface="+mn-lt"/>
                <a:cs typeface="+mn-lt"/>
              </a:rPr>
              <a:t>Tax Foundation</a:t>
            </a:r>
            <a:r>
              <a:rPr lang="en-US" sz="1600">
                <a:solidFill>
                  <a:srgbClr val="212529"/>
                </a:solidFill>
                <a:ea typeface="+mn-lt"/>
                <a:cs typeface="+mn-lt"/>
              </a:rPr>
              <a:t>, Tax Foundation, 18 Feb. 2025, taxfoundation.org/data/all/state/state-income-tax-rates/. </a:t>
            </a:r>
            <a:endParaRPr lang="en-US" sz="1600">
              <a:solidFill>
                <a:srgbClr val="212529"/>
              </a:solidFill>
            </a:endParaRPr>
          </a:p>
          <a:p>
            <a:pPr marL="457200" indent="-457200"/>
            <a:r>
              <a:rPr lang="en-US" sz="1600">
                <a:solidFill>
                  <a:srgbClr val="212529"/>
                </a:solidFill>
                <a:ea typeface="+mn-lt"/>
                <a:cs typeface="+mn-lt"/>
              </a:rPr>
              <a:t>“State Individual Income Tax Rates and Brackets, 2016.” </a:t>
            </a:r>
            <a:r>
              <a:rPr lang="en-US" sz="1600" i="1">
                <a:solidFill>
                  <a:srgbClr val="212529"/>
                </a:solidFill>
                <a:ea typeface="+mn-lt"/>
                <a:cs typeface="+mn-lt"/>
              </a:rPr>
              <a:t>Tax Foundation</a:t>
            </a:r>
            <a:r>
              <a:rPr lang="en-US" sz="1600">
                <a:solidFill>
                  <a:srgbClr val="212529"/>
                </a:solidFill>
                <a:ea typeface="+mn-lt"/>
                <a:cs typeface="+mn-lt"/>
              </a:rPr>
              <a:t>, Tax Foundation, 2016, taxfoundation.org/data/all/state/state-individual-income-tax-rates-and-brackets-2016/. </a:t>
            </a:r>
            <a:endParaRPr lang="en-US" sz="1600">
              <a:solidFill>
                <a:srgbClr val="212529"/>
              </a:solidFill>
            </a:endParaRPr>
          </a:p>
          <a:p>
            <a:pPr marL="457200" indent="-45720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65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Application>Microsoft Office PowerPoint</Application>
  <PresentationFormat>Widescreen</PresentationFormat>
  <Slides>22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Where are Houses Most Affordable?</vt:lpstr>
      <vt:lpstr>Why Is This Important to Know</vt:lpstr>
      <vt:lpstr>Data Sources Used</vt:lpstr>
      <vt:lpstr>Combined City Trends</vt:lpstr>
      <vt:lpstr>Median Housing Prices Data Prep</vt:lpstr>
      <vt:lpstr>History of Housing Prices</vt:lpstr>
      <vt:lpstr>Median Household Income Data Prep</vt:lpstr>
      <vt:lpstr>History of Household Income</vt:lpstr>
      <vt:lpstr>CPI Data Prep</vt:lpstr>
      <vt:lpstr>History of CPI</vt:lpstr>
      <vt:lpstr>GDP Data Prep</vt:lpstr>
      <vt:lpstr>Trends of Current GDP</vt:lpstr>
      <vt:lpstr>Income Taxes Data Prep</vt:lpstr>
      <vt:lpstr>Potential Issues</vt:lpstr>
      <vt:lpstr>Regression on all our data</vt:lpstr>
      <vt:lpstr>Overvalued vs Undervalued</vt:lpstr>
      <vt:lpstr>Fairly Valued</vt:lpstr>
      <vt:lpstr>Overvalued</vt:lpstr>
      <vt:lpstr>Undervalued</vt:lpstr>
      <vt:lpstr>Recommendations</vt:lpstr>
      <vt:lpstr>Any Questions?</vt:lpstr>
      <vt:lpstr>Works Cited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Tice</dc:creator>
  <cp:revision>1</cp:revision>
  <dcterms:created xsi:type="dcterms:W3CDTF">2025-12-04T17:00:37Z</dcterms:created>
  <dcterms:modified xsi:type="dcterms:W3CDTF">2025-12-08T01:08:19Z</dcterms:modified>
</cp:coreProperties>
</file>